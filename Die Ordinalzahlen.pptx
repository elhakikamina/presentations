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ileron Bold" charset="1" panose="00000800000000000000"/>
      <p:regular r:id="rId24"/>
    </p:embeddedFont>
    <p:embeddedFont>
      <p:font typeface="Koho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1386" y="3600571"/>
            <a:ext cx="17365229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DIE O</a:t>
            </a:r>
            <a:r>
              <a:rPr lang="en-US" b="true" sz="1249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RDINALZAHLEN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first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erste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second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zweite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third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dritte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fourth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vierte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fifth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fünfte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sixth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sechste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sixth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sechste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seventh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siebte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eighth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achte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ninth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neunte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84934" y="2541300"/>
            <a:ext cx="11221469" cy="524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tenth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zehnte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Das ist der erste Tag.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هذا هو اليوم الأول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Er ist der Erste.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هو الأول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Ich bin der Erste.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أنا الأول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Ali ist der Zweite.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علي هو الثاني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Sara ist die Dritte.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سارة هي الثالثة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10204" y="2541300"/>
            <a:ext cx="13847207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Heute ist der vierte Tag.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ar-EG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  <a:rtl val="true"/>
              </a:rPr>
              <a:t>اليوم هو اليوم الرابع</a:t>
            </a:r>
            <a:r>
              <a:rPr lang="en-US" sz="999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DAHDSTNi48c</dc:identifier>
  <dcterms:modified xsi:type="dcterms:W3CDTF">2011-08-01T06:04:30Z</dcterms:modified>
  <cp:revision>1</cp:revision>
  <dc:title>Die Ordinalzahlen</dc:title>
</cp:coreProperties>
</file>