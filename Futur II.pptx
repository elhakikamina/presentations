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bril Fatface" charset="1" panose="02000503000000020003"/>
      <p:regular r:id="rId28"/>
    </p:embeddedFont>
    <p:embeddedFont>
      <p:font typeface="Koho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8908" y="-181536"/>
            <a:ext cx="5246370" cy="10766102"/>
            <a:chOff x="0" y="0"/>
            <a:chExt cx="812800" cy="16679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667951"/>
            </a:xfrm>
            <a:custGeom>
              <a:avLst/>
              <a:gdLst/>
              <a:ahLst/>
              <a:cxnLst/>
              <a:rect r="r" b="b" t="t" l="l"/>
              <a:pathLst>
                <a:path h="16679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667951"/>
                  </a:lnTo>
                  <a:lnTo>
                    <a:pt x="0" y="1667951"/>
                  </a:lnTo>
                  <a:close/>
                </a:path>
              </a:pathLst>
            </a:custGeom>
            <a:blipFill>
              <a:blip r:embed="rId2"/>
              <a:stretch>
                <a:fillRect l="-21823" t="0" r="-2182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6508" y="-29136"/>
            <a:ext cx="5246370" cy="10766102"/>
            <a:chOff x="0" y="0"/>
            <a:chExt cx="812800" cy="16679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667951"/>
            </a:xfrm>
            <a:custGeom>
              <a:avLst/>
              <a:gdLst/>
              <a:ahLst/>
              <a:cxnLst/>
              <a:rect r="r" b="b" t="t" l="l"/>
              <a:pathLst>
                <a:path h="16679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667951"/>
                  </a:lnTo>
                  <a:lnTo>
                    <a:pt x="0" y="1667951"/>
                  </a:lnTo>
                  <a:close/>
                </a:path>
              </a:pathLst>
            </a:custGeom>
            <a:blipFill>
              <a:blip r:embed="rId2"/>
              <a:stretch>
                <a:fillRect l="-21823" t="0" r="-21823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10800000">
            <a:off x="13649095" y="5939705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77143" y="4056239"/>
            <a:ext cx="9405358" cy="20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75"/>
              </a:lnSpc>
            </a:pPr>
            <a:r>
              <a:rPr lang="en-US" sz="12300" spc="430">
                <a:solidFill>
                  <a:srgbClr val="010101"/>
                </a:solidFill>
                <a:latin typeface="Abril Fatface"/>
                <a:ea typeface="Abril Fatface"/>
                <a:cs typeface="Abril Fatface"/>
                <a:sym typeface="Abril Fatface"/>
              </a:rPr>
              <a:t>FUTU</a:t>
            </a:r>
            <a:r>
              <a:rPr lang="en-US" sz="12300" spc="430">
                <a:solidFill>
                  <a:srgbClr val="010101"/>
                </a:solidFill>
                <a:latin typeface="Abril Fatface"/>
                <a:ea typeface="Abril Fatface"/>
                <a:cs typeface="Abril Fatface"/>
                <a:sym typeface="Abril Fatface"/>
              </a:rPr>
              <a:t>R II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550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Struktur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werden + Partizip II + haben / sein</a:t>
            </a:r>
          </a:p>
          <a:p>
            <a:pPr algn="ctr">
              <a:lnSpc>
                <a:spcPts val="11022"/>
              </a:lnSpc>
            </a:pPr>
          </a:p>
          <a:p>
            <a:pPr algn="ctr">
              <a:lnSpc>
                <a:spcPts val="1102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essen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يأكل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werde gegessen haben.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سأكون قد أكلت</a:t>
            </a: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gehen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يذهب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werde gegangen sein.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سأكون قد ذهبت</a:t>
            </a: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lernen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يتعلم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werde Deutsch gelernt haben.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سأكون قد تعلمت الألمانية</a:t>
            </a: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machen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يفعل / ينجز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550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werde meine Hausaufgaben gemacht haben.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سأكون قد أنجزت واجباتي</a:t>
            </a: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  <a:p>
            <a:pPr algn="ctr">
              <a:lnSpc>
                <a:spcPts val="1102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kommen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يأتي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411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werde nach Hause gekommen sein.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سأكون قد أتيت إلى المنزل</a:t>
            </a: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schreiben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يكتب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411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werde einen Brief geschrieben haben.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سأكون قد كتبت رسالة</a:t>
            </a: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lesen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يقرأ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werde das Buch gelesen haben.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سأكون قد قرأت الكتاب</a:t>
            </a: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sehen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يرى / يشاهد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werde den Film gesehen haben.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سأكون قد شاهدت الفيلم</a:t>
            </a: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kaufen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يشتري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werde Brot gekauft haben.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سأكون قد اشتريت خبزاً</a:t>
            </a: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27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arbeiten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يعمل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05353"/>
            <a:ext cx="15633312" cy="411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werde heute viel gearbeitet haben.</a:t>
            </a:r>
          </a:p>
          <a:p>
            <a:pPr algn="ctr">
              <a:lnSpc>
                <a:spcPts val="11022"/>
              </a:lnSpc>
            </a:pP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سأكون قد عملت كثيراً اليوم</a:t>
            </a:r>
            <a:r>
              <a:rPr lang="en-US" sz="7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DAHCijdGwXQ</dc:identifier>
  <dcterms:modified xsi:type="dcterms:W3CDTF">2011-08-01T06:04:30Z</dcterms:modified>
  <cp:revision>1</cp:revision>
  <dc:title>Futur II</dc:title>
</cp:coreProperties>
</file>