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Montserrat Ultra-Bold" charset="1" panose="00000900000000000000"/>
      <p:regular r:id="rId23"/>
    </p:embeddedFont>
    <p:embeddedFont>
      <p:font typeface="Montserrat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100000">
            <a:off x="14324902" y="1469072"/>
            <a:ext cx="4879847" cy="15755995"/>
          </a:xfrm>
          <a:custGeom>
            <a:avLst/>
            <a:gdLst/>
            <a:ahLst/>
            <a:cxnLst/>
            <a:rect r="r" b="b" t="t" l="l"/>
            <a:pathLst>
              <a:path h="15755995" w="4879847">
                <a:moveTo>
                  <a:pt x="0" y="0"/>
                </a:moveTo>
                <a:lnTo>
                  <a:pt x="4879847" y="0"/>
                </a:lnTo>
                <a:lnTo>
                  <a:pt x="4879847" y="15755996"/>
                </a:lnTo>
                <a:lnTo>
                  <a:pt x="0" y="1575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8992690" y="1539949"/>
            <a:ext cx="9336114" cy="9336114"/>
          </a:xfrm>
          <a:custGeom>
            <a:avLst/>
            <a:gdLst/>
            <a:ahLst/>
            <a:cxnLst/>
            <a:rect r="r" b="b" t="t" l="l"/>
            <a:pathLst>
              <a:path h="9336114" w="9336114">
                <a:moveTo>
                  <a:pt x="0" y="0"/>
                </a:moveTo>
                <a:lnTo>
                  <a:pt x="9336113" y="0"/>
                </a:lnTo>
                <a:lnTo>
                  <a:pt x="9336113" y="9336114"/>
                </a:lnTo>
                <a:lnTo>
                  <a:pt x="0" y="9336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689456" y="3433806"/>
            <a:ext cx="12970402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5"/>
              </a:lnSpc>
            </a:pPr>
            <a:r>
              <a:rPr lang="en-US" sz="11871" spc="427" b="true">
                <a:solidFill>
                  <a:srgbClr val="2A2E3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Imperativsätze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700000">
            <a:off x="521329" y="-3317944"/>
            <a:ext cx="2336254" cy="7543272"/>
          </a:xfrm>
          <a:custGeom>
            <a:avLst/>
            <a:gdLst/>
            <a:ahLst/>
            <a:cxnLst/>
            <a:rect r="r" b="b" t="t" l="l"/>
            <a:pathLst>
              <a:path h="7543272" w="2336254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434583" y="-7892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972758" y="7454921"/>
            <a:ext cx="540836" cy="534936"/>
          </a:xfrm>
          <a:custGeom>
            <a:avLst/>
            <a:gdLst/>
            <a:ahLst/>
            <a:cxnLst/>
            <a:rect r="r" b="b" t="t" l="l"/>
            <a:pathLst>
              <a:path h="534936" w="540836">
                <a:moveTo>
                  <a:pt x="0" y="0"/>
                </a:moveTo>
                <a:lnTo>
                  <a:pt x="540836" y="0"/>
                </a:lnTo>
                <a:lnTo>
                  <a:pt x="540836" y="534936"/>
                </a:lnTo>
                <a:lnTo>
                  <a:pt x="0" y="53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1572865"/>
            <a:ext cx="11260315" cy="415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ernen → Lern!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Komm! –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تعال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Mach die Tür zu! –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أغلق الباب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Lies das Buch! –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اقرأ الكتاب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620615"/>
            <a:ext cx="11260315" cy="205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ern Deutsch!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تعلّم الألمانية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1048990"/>
            <a:ext cx="11260315" cy="520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ernt Deutsch!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تعلّموا الألمانية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Kommt bitte!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تعالوا من فضلكم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1048990"/>
            <a:ext cx="11260315" cy="520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Komm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en Sie bitte!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تفضل بالحضور من فضلك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Sprechen Sie langsam!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تكلم ببطء من فضلك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620615"/>
            <a:ext cx="11260315" cy="205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Komm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bitte hier!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تعال إلى هنا من فضلك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620615"/>
            <a:ext cx="11260315" cy="205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Öffn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 das Fenster!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افتح النافذة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620615"/>
            <a:ext cx="11260315" cy="205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ernt Deutsch!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تعلّموا الألمانية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620615"/>
            <a:ext cx="11260315" cy="205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Komm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 schnell!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تعالوا بسرعة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096740"/>
            <a:ext cx="11260315" cy="310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Komme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 Sie bitte!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تفضل بالحضور من فضلك (صيغة رسمية)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096740"/>
            <a:ext cx="11260315" cy="310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Spreche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 Sie langsam!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تحدث ببطء من فضلك (صيغة رسمية)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620615"/>
            <a:ext cx="11260315" cy="205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Se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 ruhig!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كن هادئًا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620615"/>
            <a:ext cx="11260315" cy="205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Schre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ib deinen Namen!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اكتب اسمك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620615"/>
            <a:ext cx="11260315" cy="205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Frag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den Lehrer!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اسأل الأستاذ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620615"/>
            <a:ext cx="11260315" cy="205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Antwort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 bitte!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أجب من فضلك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620615"/>
            <a:ext cx="11260315" cy="205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Antwort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 bitte!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أجب من فضلك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2620615"/>
            <a:ext cx="11260315" cy="205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Wart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et hier!</a:t>
            </a:r>
          </a:p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انتظروا هنا</a:t>
            </a:r>
            <a:r>
              <a:rPr lang="en-US" sz="5899" spc="265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DAHBanXOZpk</dc:identifier>
  <dcterms:modified xsi:type="dcterms:W3CDTF">2011-08-01T06:04:30Z</dcterms:modified>
  <cp:revision>1</cp:revision>
  <dc:title>Imperativsätze</dc:title>
</cp:coreProperties>
</file>