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uce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718538" y="-2894466"/>
            <a:ext cx="10638857" cy="16075933"/>
          </a:xfrm>
          <a:custGeom>
            <a:avLst/>
            <a:gdLst/>
            <a:ahLst/>
            <a:cxnLst/>
            <a:rect r="r" b="b" t="t" l="l"/>
            <a:pathLst>
              <a:path h="16075933" w="10638857">
                <a:moveTo>
                  <a:pt x="0" y="0"/>
                </a:moveTo>
                <a:lnTo>
                  <a:pt x="10638857" y="0"/>
                </a:lnTo>
                <a:lnTo>
                  <a:pt x="10638857" y="16075932"/>
                </a:lnTo>
                <a:lnTo>
                  <a:pt x="0" y="16075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5110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54378" y="4070383"/>
            <a:ext cx="11379244" cy="175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b="true" sz="75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NEBENSÄTZE - KONDITIONAL</a:t>
            </a:r>
          </a:p>
        </p:txBody>
      </p:sp>
      <p:sp>
        <p:nvSpPr>
          <p:cNvPr name="AutoShape 5" id="5"/>
          <p:cNvSpPr/>
          <p:nvPr/>
        </p:nvSpPr>
        <p:spPr>
          <a:xfrm>
            <a:off x="8704761" y="3679858"/>
            <a:ext cx="878478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7881857" cy="38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=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</a:t>
            </a:r>
          </a:p>
          <a:p>
            <a:pPr algn="l">
              <a:lnSpc>
                <a:spcPts val="7639"/>
              </a:lnSpc>
            </a:pP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ich Zeit habe, besuche ich dich.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 كان لدي وقت، أزورك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es regnet, bleiben wir zu Hause.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 أمطرت، نبقى في البيت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du lernst, bestehst du die Prüfung.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 درست، تنجح في الامتحان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Ich bleibe zu Hause, wenn ich krank bin.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أبقى في البيت إذا كنت مريضاً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Ich bleibe zu Hause, wenn ich krank bin.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أبقى في البيت إذا كنت مريضاً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99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falls =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في حال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Falls es regnet, bleiben wir zu Hause.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في حال أمطرت، نبقى في البيت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38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ich müde bin, gehe ich früh schlafen.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 كنت متعباً، أذهب إلى النوم مبكراً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wir Zeit haben, besuchen wir unsere Freunde.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 كان لدينا وقت، نزور أصدقاءنا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du Deutsch lernst, findest du einen guten Job.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 تعلمت الألمانية، تجد عملاً جيداً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Ich rufe dich an, wenn ich zu Hause bin.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سأتصل بك عندما أكون في البيت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Wenn es kalt ist, trage ich eine Jacke.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إذا كان الجو بارداً، أرتدي سترة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38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Falls es morgen regnet, bleiben wir zu Hause.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في حال أمطرت غداً، نبقى في البيت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292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Falls du Hilfe brauchst, ruf mich an.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في حال احتجت مساعدة، اتصل بي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38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Falls der Bus zu spät kommt, nehme ich ein Taxi.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في حال تأخرت الحافلة، آخذ سيارة أجرة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38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Wir gehen spazieren, falls das Wetter gut ist.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نذهب في نزهة في حال كان الطقس جيداً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477" y="798770"/>
            <a:ext cx="134950" cy="459860"/>
            <a:chOff x="0" y="0"/>
            <a:chExt cx="29567" cy="100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7" cy="100752"/>
            </a:xfrm>
            <a:custGeom>
              <a:avLst/>
              <a:gdLst/>
              <a:ahLst/>
              <a:cxnLst/>
              <a:rect r="r" b="b" t="t" l="l"/>
              <a:pathLst>
                <a:path h="100752" w="29567">
                  <a:moveTo>
                    <a:pt x="0" y="0"/>
                  </a:moveTo>
                  <a:lnTo>
                    <a:pt x="29567" y="0"/>
                  </a:lnTo>
                  <a:lnTo>
                    <a:pt x="29567" y="100752"/>
                  </a:lnTo>
                  <a:lnTo>
                    <a:pt x="0" y="100752"/>
                  </a:lnTo>
                  <a:close/>
                </a:path>
              </a:pathLst>
            </a:custGeom>
            <a:solidFill>
              <a:srgbClr val="DB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9567" cy="34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74123" y="-943420"/>
            <a:ext cx="5627754" cy="56277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7862" t="0" r="-13423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2143" y="6019408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62143" y="2702710"/>
            <a:ext cx="14579555" cy="38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Falls ich keine Zeit habe, schreibe ich dir später.</a:t>
            </a:r>
          </a:p>
          <a:p>
            <a:pPr algn="l">
              <a:lnSpc>
                <a:spcPts val="7639"/>
              </a:lnSpc>
            </a:pP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ar-EG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  <a:rtl val="true"/>
              </a:rPr>
              <a:t>في حال لم يكن لدي وقت، سأكتب لك لاحقاً</a:t>
            </a:r>
            <a:r>
              <a:rPr lang="en-US" sz="7345" b="true">
                <a:solidFill>
                  <a:srgbClr val="1220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DAHBbW9k1WU</dc:identifier>
  <dcterms:modified xsi:type="dcterms:W3CDTF">2011-08-01T06:04:30Z</dcterms:modified>
  <cp:revision>1</cp:revision>
  <dc:title>Nebensätze - konditional</dc:title>
</cp:coreProperties>
</file>