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Inter" charset="1" panose="020B050203000000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62143" y="2867130"/>
            <a:ext cx="14134785" cy="91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Präpositionen mit Dativ und Akkusativ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62143" y="2867130"/>
            <a:ext cx="14134785" cy="558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mit – </a:t>
            </a:r>
            <a:r>
              <a:rPr lang="ar-EG" sz="52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مع</a:t>
            </a:r>
          </a:p>
          <a:p>
            <a:pPr algn="l">
              <a:lnSpc>
                <a:spcPts val="7419"/>
              </a:lnSpc>
            </a:pPr>
            <a:r>
              <a:rPr lang="en-US" sz="52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nach – </a:t>
            </a:r>
            <a:r>
              <a:rPr lang="ar-EG" sz="52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إلى</a:t>
            </a:r>
          </a:p>
          <a:p>
            <a:pPr algn="l">
              <a:lnSpc>
                <a:spcPts val="7419"/>
              </a:lnSpc>
            </a:pPr>
            <a:r>
              <a:rPr lang="en-US" sz="52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bei – </a:t>
            </a:r>
            <a:r>
              <a:rPr lang="ar-EG" sz="52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عند</a:t>
            </a:r>
          </a:p>
          <a:p>
            <a:pPr algn="l">
              <a:lnSpc>
                <a:spcPts val="7419"/>
              </a:lnSpc>
            </a:pPr>
            <a:r>
              <a:rPr lang="en-US" sz="52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von – </a:t>
            </a:r>
            <a:r>
              <a:rPr lang="ar-EG" sz="52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من</a:t>
            </a:r>
          </a:p>
          <a:p>
            <a:pPr algn="l">
              <a:lnSpc>
                <a:spcPts val="7419"/>
              </a:lnSpc>
            </a:pPr>
            <a:r>
              <a:rPr lang="en-US" sz="52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aus – </a:t>
            </a:r>
            <a:r>
              <a:rPr lang="ar-EG" sz="52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من (خارج)</a:t>
            </a:r>
          </a:p>
          <a:p>
            <a:pPr algn="l">
              <a:lnSpc>
                <a:spcPts val="7419"/>
              </a:lnSpc>
            </a:pPr>
            <a:r>
              <a:rPr lang="en-US" sz="52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zu – </a:t>
            </a:r>
            <a:r>
              <a:rPr lang="ar-EG" sz="52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إلى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62143" y="251093"/>
            <a:ext cx="14134785" cy="984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mit – </a:t>
            </a:r>
            <a:r>
              <a:rPr lang="ar-EG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مع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nach – </a:t>
            </a:r>
            <a:r>
              <a:rPr lang="ar-EG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إلى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bei – </a:t>
            </a:r>
            <a:r>
              <a:rPr lang="ar-EG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عند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von – </a:t>
            </a:r>
            <a:r>
              <a:rPr lang="ar-EG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من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aus – </a:t>
            </a:r>
            <a:r>
              <a:rPr lang="ar-EG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من (خارج)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zu – </a:t>
            </a:r>
            <a:r>
              <a:rPr lang="ar-EG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إلى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in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an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auf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unter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über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neben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vor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hinter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zwischen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fahre mit dem Bus.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أذهب بالحافلة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fahre nach Deutschland.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أسافر إلى ألمانيا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bin bei dem Arzt.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عند الطبيب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Geschenk ist von meinem Bruder.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الهدية من أخي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komme aus dem Haus.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آتي من البيت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gehe zu der Schule.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أذهب إلى المدرسة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Ich bin in der Schule.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في المدرسة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Bild hängt an der Wand.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الصورة معلقة على الحائط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Buch liegt auf dem Tisch.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الكتاب على الطاولة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Die Katze ist unter dem Tisch.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القطة تحت الطاولة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Flugzeug fliegt über der Stadt.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الطائرة تطير فوق المدينة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Der Stuhl steht neben dem Tisch.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الكرسي بجانب الطاولة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Das Auto steht vor dem Haus.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السيارة أمام البيت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3446982"/>
            <a:ext cx="14134785" cy="1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Der Garten ist hinter dem Haus.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الحديقة خلف البيت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63582"/>
            <a:ext cx="18288000" cy="4853940"/>
          </a:xfrm>
          <a:custGeom>
            <a:avLst/>
            <a:gdLst/>
            <a:ahLst/>
            <a:cxnLst/>
            <a:rect r="r" b="b" t="t" l="l"/>
            <a:pathLst>
              <a:path h="4853940" w="18288000">
                <a:moveTo>
                  <a:pt x="0" y="0"/>
                </a:moveTo>
                <a:lnTo>
                  <a:pt x="18288000" y="0"/>
                </a:lnTo>
                <a:lnTo>
                  <a:pt x="18288000" y="4853940"/>
                </a:lnTo>
                <a:lnTo>
                  <a:pt x="0" y="485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7746" y="1777012"/>
            <a:ext cx="6009482" cy="60094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9592" y="5400878"/>
            <a:ext cx="3616308" cy="36163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9762" y="4550031"/>
            <a:ext cx="659460" cy="65946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12370" y="2033326"/>
            <a:ext cx="454859" cy="4548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43" y="2033326"/>
            <a:ext cx="454859" cy="45485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9573" y="1890597"/>
            <a:ext cx="14134785" cy="690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Der Park ist zwischen der Schule und dem Krankenhaus.</a:t>
            </a:r>
          </a:p>
          <a:p>
            <a:pPr algn="l">
              <a:lnSpc>
                <a:spcPts val="7839"/>
              </a:lnSpc>
            </a:pP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الحديقة بين المدرسة والمستشفى</a:t>
            </a:r>
            <a:r>
              <a:rPr lang="en-US" sz="55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7839"/>
              </a:lnSpc>
            </a:pPr>
          </a:p>
          <a:p>
            <a:pPr algn="l">
              <a:lnSpc>
                <a:spcPts val="7839"/>
              </a:lnSpc>
            </a:pPr>
          </a:p>
          <a:p>
            <a:pPr algn="l">
              <a:lnSpc>
                <a:spcPts val="7839"/>
              </a:lnSpc>
            </a:pPr>
          </a:p>
          <a:p>
            <a:pPr algn="l">
              <a:lnSpc>
                <a:spcPts val="783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DAHBfPV99MI</dc:identifier>
  <dcterms:modified xsi:type="dcterms:W3CDTF">2011-08-01T06:04:30Z</dcterms:modified>
  <cp:revision>1</cp:revision>
  <dc:title>Präpositionen mit Dativ und Akkusativ</dc:title>
</cp:coreProperties>
</file>