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uce Bold" charset="1" panose="00000800000000000000"/>
      <p:regular r:id="rId26"/>
    </p:embeddedFont>
    <p:embeddedFont>
      <p:font typeface="Inter" charset="1" panose="020B050203000000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718538" y="-2894466"/>
            <a:ext cx="10638857" cy="16075933"/>
          </a:xfrm>
          <a:custGeom>
            <a:avLst/>
            <a:gdLst/>
            <a:ahLst/>
            <a:cxnLst/>
            <a:rect r="r" b="b" t="t" l="l"/>
            <a:pathLst>
              <a:path h="16075933" w="10638857">
                <a:moveTo>
                  <a:pt x="0" y="0"/>
                </a:moveTo>
                <a:lnTo>
                  <a:pt x="10638857" y="0"/>
                </a:lnTo>
                <a:lnTo>
                  <a:pt x="10638857" y="16075932"/>
                </a:lnTo>
                <a:lnTo>
                  <a:pt x="0" y="16075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5110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54378" y="4070383"/>
            <a:ext cx="11379244" cy="91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b="true" sz="75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RELATIVSATZ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Mann, der hier arbeitet.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الرجل الذي يعمل هنا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die Frau, die Deutsch spricht.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هي المرأة التي تتكلم الألمانية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das Kind, das im Garten spielt.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الطفل الذي يلعب في الحديقة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Mann, den ich kenne.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الرجل الذي أعرفه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Mann, dem ich helfe.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الرجل الذي أساعده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Mann, dem ich helfe.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الرجل الذي أساعده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3430914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sind die Studenten, die Deutsch lernen.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هؤلاء هم الطلبة الذين يتعلمون الألمانية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Lehrer, der sehr nett ist.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المعلم الذي لطيف جداً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die Frau, die im Krankenhaus arbeitet.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هي المرأة التي تعمل في المستشفى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das Auto, das sehr schnell fährt.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هي السيارة التي تسير بسرعة كبيرة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sind die Kinder, die im Park spielen.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هؤلاء هم الأطفال الذين يلعبون في الحديقة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Mann, den ich gestern gesehen habe.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الرجل الذي رأيته أمس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die Tasche, die ich gekauft habe.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هي الحقيبة التي اشتريتها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das Buch, das ich lese.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الكتاب الذي أقرأه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sind die Freunde, die ich eingeladen habe.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هؤلاء هم الأصدقاء الذين دعوتهم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der Kollege, dem ich helfe.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الزميل الذي أساعده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die Frau, der ich danke.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هي المرأة التي أشكرها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ist das Kind, dem ich ein Geschenk gebe.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هو الطفل الذي أعطيه هدية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0809" y="2667100"/>
            <a:ext cx="1550313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sind die Studenten, denen der Lehrer hilft.</a:t>
            </a:r>
          </a:p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هؤلاء هم الطلاب الذين يساعدهم المعلم</a:t>
            </a:r>
            <a:r>
              <a:rPr lang="en-US" sz="57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DAHBfs1jfOA</dc:identifier>
  <dcterms:modified xsi:type="dcterms:W3CDTF">2011-08-01T06:04:30Z</dcterms:modified>
  <cp:revision>1</cp:revision>
  <dc:title>Relativsatz</dc:title>
</cp:coreProperties>
</file>