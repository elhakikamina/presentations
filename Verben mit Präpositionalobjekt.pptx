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" charset="1" panose="020B05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Verben mit Präpositionalobjekt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كاينين أفعال فالألمانية خاصهم حرف جر معيّن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(Präposition)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warten auf + Akkusativ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warte auf den Bus.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أنتظر الحافلة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sich freuen auf + Akkusativ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freue mich auf die Ferien.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أفرح بالعطلة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sich interessieren für + Akkusativ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interessiert sich für Musik.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هو يهتم بالموسيقى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denken an + Akkusativ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denke an dich.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أفكر فيك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sprechen mit + Dativ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spreche mit dem Lehrer.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أتكلم مع المعلم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53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helfen bei + Dativ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helfe dir bei den Hausaufgaben.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أساعدك في الواجبات المنزلية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träumen von + Dativ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träume von einem Urlaub.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أحلم بعطلة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teilnehmen an + Dativ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Wir neh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men an dem Kurs teil.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نحن نشارك في الدورة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1415" y="2698946"/>
            <a:ext cx="12061771" cy="53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كيف نسول عليهم؟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Worauf?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Woran?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Wovon?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Womit?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6358" y="367703"/>
            <a:ext cx="12061771" cy="1063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Worauf?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Worauf wartest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du?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على ماذا تنتظر؟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warte auf den Bus.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أنتظر الحافلة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Worauf freust du dich?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بماذا تفرح؟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freue mich auf die Ferien.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أفرح بالعطلة</a:t>
            </a:r>
            <a:r>
              <a:rPr lang="en-US" sz="60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6358" y="377228"/>
            <a:ext cx="12061771" cy="1006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Woran?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Woran denkst</a:t>
            </a: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du?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في ماذا تفكر؟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denke an meine Familie.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أفكر في عائلتي</a:t>
            </a: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Woran arbeitest du?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على ماذا تعمل؟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arbeite an einem Projekt.</a:t>
            </a:r>
          </a:p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أعمل على مشروع</a:t>
            </a:r>
            <a:r>
              <a:rPr lang="en-US" sz="57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98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6358" y="377228"/>
            <a:ext cx="12061771" cy="931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Wovon?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Wovon träumst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du?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بماذا تحلم؟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träume von einem Haus am Meer.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أحلم ببيت عند البحر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Wovon sprichst du?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عن ماذا تتحدث؟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spreche von meinem Problem.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أتحدث عن مشكلتي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4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6358" y="377228"/>
            <a:ext cx="12061771" cy="931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Womit?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Womit fährst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du zur Arbeit?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بماذا تذهب إلى العمل؟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fahre mit dem Bus.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أذهب بالحافلة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Womit schreibst du?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بماذا تكتب؟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schreibe mit einem Stift.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أكتب بقلم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42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6358" y="377228"/>
            <a:ext cx="12061771" cy="931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Womit?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Womit fährst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du zur Arbeit?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بماذا تذهب إلى العمل؟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fahre mit dem Bus.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أذهب بالحافلة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Womit schreibst du?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بماذا تكتب؟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schreibe mit einem Stift.</a:t>
            </a:r>
          </a:p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أكتب بقلم</a:t>
            </a:r>
            <a:r>
              <a:rPr lang="en-US" sz="5300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4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DAHBfSi5jfY</dc:identifier>
  <dcterms:modified xsi:type="dcterms:W3CDTF">2011-08-01T06:04:30Z</dcterms:modified>
  <cp:revision>1</cp:revision>
  <dc:title>Verben mit Präpositionalobjekt</dc:title>
</cp:coreProperties>
</file>