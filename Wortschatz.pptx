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slide+xml" PartName="/ppt/slides/slide83.xml"/>
  <Override ContentType="application/vnd.openxmlformats-officedocument.presentationml.slide+xml" PartName="/ppt/slides/slide84.xml"/>
  <Override ContentType="application/vnd.openxmlformats-officedocument.presentationml.slide+xml" PartName="/ppt/slides/slide85.xml"/>
  <Override ContentType="application/vnd.openxmlformats-officedocument.presentationml.slide+xml" PartName="/ppt/slides/slide86.xml"/>
  <Override ContentType="application/vnd.openxmlformats-officedocument.presentationml.slide+xml" PartName="/ppt/slides/slide87.xml"/>
  <Override ContentType="application/vnd.openxmlformats-officedocument.presentationml.slide+xml" PartName="/ppt/slides/slide88.xml"/>
  <Override ContentType="application/vnd.openxmlformats-officedocument.presentationml.slide+xml" PartName="/ppt/slides/slide89.xml"/>
  <Override ContentType="application/vnd.openxmlformats-officedocument.presentationml.slide+xml" PartName="/ppt/slides/slide90.xml"/>
  <Override ContentType="application/vnd.openxmlformats-officedocument.presentationml.slide+xml" PartName="/ppt/slides/slide91.xml"/>
  <Override ContentType="application/vnd.openxmlformats-officedocument.presentationml.slide+xml" PartName="/ppt/slides/slide92.xml"/>
  <Override ContentType="application/vnd.openxmlformats-officedocument.presentationml.slide+xml" PartName="/ppt/slides/slide93.xml"/>
  <Override ContentType="application/vnd.openxmlformats-officedocument.presentationml.slide+xml" PartName="/ppt/slides/slide94.xml"/>
  <Override ContentType="application/vnd.openxmlformats-officedocument.presentationml.slide+xml" PartName="/ppt/slides/slide95.xml"/>
  <Override ContentType="application/vnd.openxmlformats-officedocument.presentationml.slide+xml" PartName="/ppt/slides/slide96.xml"/>
  <Override ContentType="application/vnd.openxmlformats-officedocument.presentationml.slide+xml" PartName="/ppt/slides/slide97.xml"/>
  <Override ContentType="application/vnd.openxmlformats-officedocument.presentationml.slide+xml" PartName="/ppt/slides/slide98.xml"/>
  <Override ContentType="application/vnd.openxmlformats-officedocument.presentationml.slide+xml" PartName="/ppt/slides/slide99.xml"/>
  <Override ContentType="application/vnd.openxmlformats-officedocument.presentationml.slide+xml" PartName="/ppt/slides/slide100.xml"/>
  <Override ContentType="application/vnd.openxmlformats-officedocument.presentationml.slide+xml" PartName="/ppt/slides/slide101.xml"/>
  <Override ContentType="application/vnd.openxmlformats-officedocument.presentationml.slide+xml" PartName="/ppt/slides/slide102.xml"/>
  <Override ContentType="application/vnd.openxmlformats-officedocument.presentationml.slide+xml" PartName="/ppt/slides/slide103.xml"/>
  <Override ContentType="application/vnd.openxmlformats-officedocument.presentationml.slide+xml" PartName="/ppt/slides/slide104.xml"/>
  <Override ContentType="application/vnd.openxmlformats-officedocument.presentationml.slide+xml" PartName="/ppt/slides/slide105.xml"/>
  <Override ContentType="application/vnd.openxmlformats-officedocument.presentationml.slide+xml" PartName="/ppt/slides/slide106.xml"/>
  <Override ContentType="application/vnd.openxmlformats-officedocument.presentationml.slide+xml" PartName="/ppt/slides/slide107.xml"/>
  <Override ContentType="application/vnd.openxmlformats-officedocument.presentationml.slide+xml" PartName="/ppt/slides/slide108.xml"/>
  <Override ContentType="application/vnd.openxmlformats-officedocument.presentationml.slide+xml" PartName="/ppt/slides/slide109.xml"/>
  <Override ContentType="application/vnd.openxmlformats-officedocument.presentationml.slide+xml" PartName="/ppt/slides/slide110.xml"/>
  <Override ContentType="application/vnd.openxmlformats-officedocument.presentationml.slide+xml" PartName="/ppt/slides/slide111.xml"/>
  <Override ContentType="application/vnd.openxmlformats-officedocument.presentationml.slide+xml" PartName="/ppt/slides/slide112.xml"/>
  <Override ContentType="application/vnd.openxmlformats-officedocument.presentationml.slide+xml" PartName="/ppt/slides/slide113.xml"/>
  <Override ContentType="application/vnd.openxmlformats-officedocument.presentationml.slide+xml" PartName="/ppt/slides/slide114.xml"/>
  <Override ContentType="application/vnd.openxmlformats-officedocument.presentationml.slide+xml" PartName="/ppt/slides/slide115.xml"/>
  <Override ContentType="application/vnd.openxmlformats-officedocument.presentationml.slide+xml" PartName="/ppt/slides/slide116.xml"/>
  <Override ContentType="application/vnd.openxmlformats-officedocument.presentationml.slide+xml" PartName="/ppt/slides/slide117.xml"/>
  <Override ContentType="application/vnd.openxmlformats-officedocument.presentationml.slide+xml" PartName="/ppt/slides/slide118.xml"/>
  <Override ContentType="application/vnd.openxmlformats-officedocument.presentationml.slide+xml" PartName="/ppt/slides/slide119.xml"/>
  <Override ContentType="application/vnd.openxmlformats-officedocument.presentationml.slide+xml" PartName="/ppt/slides/slide120.xml"/>
  <Override ContentType="application/vnd.openxmlformats-officedocument.presentationml.slide+xml" PartName="/ppt/slides/slide121.xml"/>
  <Override ContentType="application/vnd.openxmlformats-officedocument.presentationml.slide+xml" PartName="/ppt/slides/slide122.xml"/>
  <Override ContentType="application/vnd.openxmlformats-officedocument.presentationml.slide+xml" PartName="/ppt/slides/slide123.xml"/>
  <Override ContentType="application/vnd.openxmlformats-officedocument.presentationml.slide+xml" PartName="/ppt/slides/slide124.xml"/>
  <Override ContentType="application/vnd.openxmlformats-officedocument.presentationml.slide+xml" PartName="/ppt/slides/slide125.xml"/>
  <Override ContentType="application/vnd.openxmlformats-officedocument.presentationml.slide+xml" PartName="/ppt/slides/slide126.xml"/>
  <Override ContentType="application/vnd.openxmlformats-officedocument.presentationml.slide+xml" PartName="/ppt/slides/slide127.xml"/>
  <Override ContentType="application/vnd.openxmlformats-officedocument.presentationml.slide+xml" PartName="/ppt/slides/slide128.xml"/>
  <Override ContentType="application/vnd.openxmlformats-officedocument.presentationml.slide+xml" PartName="/ppt/slides/slide129.xml"/>
  <Override ContentType="application/vnd.openxmlformats-officedocument.presentationml.slide+xml" PartName="/ppt/slides/slide130.xml"/>
  <Override ContentType="application/vnd.openxmlformats-officedocument.presentationml.slide+xml" PartName="/ppt/slides/slide131.xml"/>
  <Override ContentType="application/vnd.openxmlformats-officedocument.presentationml.slide+xml" PartName="/ppt/slides/slide132.xml"/>
  <Override ContentType="application/vnd.openxmlformats-officedocument.presentationml.slide+xml" PartName="/ppt/slides/slide133.xml"/>
  <Override ContentType="application/vnd.openxmlformats-officedocument.presentationml.slide+xml" PartName="/ppt/slides/slide134.xml"/>
  <Override ContentType="application/vnd.openxmlformats-officedocument.presentationml.slide+xml" PartName="/ppt/slides/slide135.xml"/>
  <Override ContentType="application/vnd.openxmlformats-officedocument.presentationml.slide+xml" PartName="/ppt/slides/slide136.xml"/>
  <Override ContentType="application/vnd.openxmlformats-officedocument.presentationml.slide+xml" PartName="/ppt/slides/slide13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  <p:sldId id="348" r:id="rId98"/>
    <p:sldId id="349" r:id="rId99"/>
    <p:sldId id="350" r:id="rId100"/>
    <p:sldId id="351" r:id="rId101"/>
    <p:sldId id="352" r:id="rId102"/>
    <p:sldId id="353" r:id="rId103"/>
    <p:sldId id="354" r:id="rId104"/>
    <p:sldId id="355" r:id="rId105"/>
    <p:sldId id="356" r:id="rId106"/>
    <p:sldId id="357" r:id="rId107"/>
    <p:sldId id="358" r:id="rId108"/>
    <p:sldId id="359" r:id="rId109"/>
    <p:sldId id="360" r:id="rId110"/>
    <p:sldId id="361" r:id="rId111"/>
    <p:sldId id="362" r:id="rId112"/>
    <p:sldId id="363" r:id="rId113"/>
    <p:sldId id="364" r:id="rId114"/>
    <p:sldId id="365" r:id="rId115"/>
    <p:sldId id="366" r:id="rId116"/>
    <p:sldId id="367" r:id="rId117"/>
    <p:sldId id="368" r:id="rId118"/>
    <p:sldId id="369" r:id="rId119"/>
    <p:sldId id="370" r:id="rId120"/>
    <p:sldId id="371" r:id="rId121"/>
    <p:sldId id="372" r:id="rId122"/>
    <p:sldId id="373" r:id="rId123"/>
    <p:sldId id="374" r:id="rId124"/>
    <p:sldId id="375" r:id="rId125"/>
    <p:sldId id="376" r:id="rId126"/>
    <p:sldId id="377" r:id="rId127"/>
    <p:sldId id="378" r:id="rId128"/>
    <p:sldId id="379" r:id="rId129"/>
    <p:sldId id="380" r:id="rId130"/>
    <p:sldId id="381" r:id="rId131"/>
    <p:sldId id="382" r:id="rId132"/>
    <p:sldId id="383" r:id="rId133"/>
    <p:sldId id="384" r:id="rId134"/>
    <p:sldId id="385" r:id="rId135"/>
    <p:sldId id="386" r:id="rId136"/>
    <p:sldId id="387" r:id="rId137"/>
    <p:sldId id="388" r:id="rId138"/>
    <p:sldId id="389" r:id="rId139"/>
    <p:sldId id="390" r:id="rId140"/>
    <p:sldId id="391" r:id="rId141"/>
    <p:sldId id="392" r:id="rId142"/>
  </p:sldIdLst>
  <p:sldSz cx="18288000" cy="10287000"/>
  <p:notesSz cx="6858000" cy="9144000"/>
  <p:embeddedFontLst>
    <p:embeddedFont>
      <p:font typeface="Montserrat Ultra-Bold" charset="1" panose="00000900000000000000"/>
      <p:regular r:id="rId143"/>
    </p:embeddedFont>
    <p:embeddedFont>
      <p:font typeface="Montserrat" charset="1" panose="00000500000000000000"/>
      <p:regular r:id="rId144"/>
    </p:embeddedFont>
    <p:embeddedFont>
      <p:font typeface="Montserrat Bold" charset="1" panose="00000800000000000000"/>
      <p:regular r:id="rId1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00" Target="slides/slide95.xml" Type="http://schemas.openxmlformats.org/officeDocument/2006/relationships/slide"/><Relationship Id="rId101" Target="slides/slide96.xml" Type="http://schemas.openxmlformats.org/officeDocument/2006/relationships/slide"/><Relationship Id="rId102" Target="slides/slide97.xml" Type="http://schemas.openxmlformats.org/officeDocument/2006/relationships/slide"/><Relationship Id="rId103" Target="slides/slide98.xml" Type="http://schemas.openxmlformats.org/officeDocument/2006/relationships/slide"/><Relationship Id="rId104" Target="slides/slide99.xml" Type="http://schemas.openxmlformats.org/officeDocument/2006/relationships/slide"/><Relationship Id="rId105" Target="slides/slide100.xml" Type="http://schemas.openxmlformats.org/officeDocument/2006/relationships/slide"/><Relationship Id="rId106" Target="slides/slide101.xml" Type="http://schemas.openxmlformats.org/officeDocument/2006/relationships/slide"/><Relationship Id="rId107" Target="slides/slide102.xml" Type="http://schemas.openxmlformats.org/officeDocument/2006/relationships/slide"/><Relationship Id="rId108" Target="slides/slide103.xml" Type="http://schemas.openxmlformats.org/officeDocument/2006/relationships/slide"/><Relationship Id="rId109" Target="slides/slide104.xml" Type="http://schemas.openxmlformats.org/officeDocument/2006/relationships/slide"/><Relationship Id="rId11" Target="slides/slide6.xml" Type="http://schemas.openxmlformats.org/officeDocument/2006/relationships/slide"/><Relationship Id="rId110" Target="slides/slide105.xml" Type="http://schemas.openxmlformats.org/officeDocument/2006/relationships/slide"/><Relationship Id="rId111" Target="slides/slide106.xml" Type="http://schemas.openxmlformats.org/officeDocument/2006/relationships/slide"/><Relationship Id="rId112" Target="slides/slide107.xml" Type="http://schemas.openxmlformats.org/officeDocument/2006/relationships/slide"/><Relationship Id="rId113" Target="slides/slide108.xml" Type="http://schemas.openxmlformats.org/officeDocument/2006/relationships/slide"/><Relationship Id="rId114" Target="slides/slide109.xml" Type="http://schemas.openxmlformats.org/officeDocument/2006/relationships/slide"/><Relationship Id="rId115" Target="slides/slide110.xml" Type="http://schemas.openxmlformats.org/officeDocument/2006/relationships/slide"/><Relationship Id="rId116" Target="slides/slide111.xml" Type="http://schemas.openxmlformats.org/officeDocument/2006/relationships/slide"/><Relationship Id="rId117" Target="slides/slide112.xml" Type="http://schemas.openxmlformats.org/officeDocument/2006/relationships/slide"/><Relationship Id="rId118" Target="slides/slide113.xml" Type="http://schemas.openxmlformats.org/officeDocument/2006/relationships/slide"/><Relationship Id="rId119" Target="slides/slide114.xml" Type="http://schemas.openxmlformats.org/officeDocument/2006/relationships/slide"/><Relationship Id="rId12" Target="slides/slide7.xml" Type="http://schemas.openxmlformats.org/officeDocument/2006/relationships/slide"/><Relationship Id="rId120" Target="slides/slide115.xml" Type="http://schemas.openxmlformats.org/officeDocument/2006/relationships/slide"/><Relationship Id="rId121" Target="slides/slide116.xml" Type="http://schemas.openxmlformats.org/officeDocument/2006/relationships/slide"/><Relationship Id="rId122" Target="slides/slide117.xml" Type="http://schemas.openxmlformats.org/officeDocument/2006/relationships/slide"/><Relationship Id="rId123" Target="slides/slide118.xml" Type="http://schemas.openxmlformats.org/officeDocument/2006/relationships/slide"/><Relationship Id="rId124" Target="slides/slide119.xml" Type="http://schemas.openxmlformats.org/officeDocument/2006/relationships/slide"/><Relationship Id="rId125" Target="slides/slide120.xml" Type="http://schemas.openxmlformats.org/officeDocument/2006/relationships/slide"/><Relationship Id="rId126" Target="slides/slide121.xml" Type="http://schemas.openxmlformats.org/officeDocument/2006/relationships/slide"/><Relationship Id="rId127" Target="slides/slide122.xml" Type="http://schemas.openxmlformats.org/officeDocument/2006/relationships/slide"/><Relationship Id="rId128" Target="slides/slide123.xml" Type="http://schemas.openxmlformats.org/officeDocument/2006/relationships/slide"/><Relationship Id="rId129" Target="slides/slide124.xml" Type="http://schemas.openxmlformats.org/officeDocument/2006/relationships/slide"/><Relationship Id="rId13" Target="slides/slide8.xml" Type="http://schemas.openxmlformats.org/officeDocument/2006/relationships/slide"/><Relationship Id="rId130" Target="slides/slide125.xml" Type="http://schemas.openxmlformats.org/officeDocument/2006/relationships/slide"/><Relationship Id="rId131" Target="slides/slide126.xml" Type="http://schemas.openxmlformats.org/officeDocument/2006/relationships/slide"/><Relationship Id="rId132" Target="slides/slide127.xml" Type="http://schemas.openxmlformats.org/officeDocument/2006/relationships/slide"/><Relationship Id="rId133" Target="slides/slide128.xml" Type="http://schemas.openxmlformats.org/officeDocument/2006/relationships/slide"/><Relationship Id="rId134" Target="slides/slide129.xml" Type="http://schemas.openxmlformats.org/officeDocument/2006/relationships/slide"/><Relationship Id="rId135" Target="slides/slide130.xml" Type="http://schemas.openxmlformats.org/officeDocument/2006/relationships/slide"/><Relationship Id="rId136" Target="slides/slide131.xml" Type="http://schemas.openxmlformats.org/officeDocument/2006/relationships/slide"/><Relationship Id="rId137" Target="slides/slide132.xml" Type="http://schemas.openxmlformats.org/officeDocument/2006/relationships/slide"/><Relationship Id="rId138" Target="slides/slide133.xml" Type="http://schemas.openxmlformats.org/officeDocument/2006/relationships/slide"/><Relationship Id="rId139" Target="slides/slide134.xml" Type="http://schemas.openxmlformats.org/officeDocument/2006/relationships/slide"/><Relationship Id="rId14" Target="slides/slide9.xml" Type="http://schemas.openxmlformats.org/officeDocument/2006/relationships/slide"/><Relationship Id="rId140" Target="slides/slide135.xml" Type="http://schemas.openxmlformats.org/officeDocument/2006/relationships/slide"/><Relationship Id="rId141" Target="slides/slide136.xml" Type="http://schemas.openxmlformats.org/officeDocument/2006/relationships/slide"/><Relationship Id="rId142" Target="slides/slide137.xml" Type="http://schemas.openxmlformats.org/officeDocument/2006/relationships/slide"/><Relationship Id="rId143" Target="fonts/font143.fntdata" Type="http://schemas.openxmlformats.org/officeDocument/2006/relationships/font"/><Relationship Id="rId144" Target="fonts/font144.fntdata" Type="http://schemas.openxmlformats.org/officeDocument/2006/relationships/font"/><Relationship Id="rId145" Target="fonts/font145.fntdata" Type="http://schemas.openxmlformats.org/officeDocument/2006/relationships/font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slides/slide83.xml" Type="http://schemas.openxmlformats.org/officeDocument/2006/relationships/slide"/><Relationship Id="rId89" Target="slides/slide84.xml" Type="http://schemas.openxmlformats.org/officeDocument/2006/relationships/slide"/><Relationship Id="rId9" Target="slides/slide4.xml" Type="http://schemas.openxmlformats.org/officeDocument/2006/relationships/slide"/><Relationship Id="rId90" Target="slides/slide85.xml" Type="http://schemas.openxmlformats.org/officeDocument/2006/relationships/slide"/><Relationship Id="rId91" Target="slides/slide86.xml" Type="http://schemas.openxmlformats.org/officeDocument/2006/relationships/slide"/><Relationship Id="rId92" Target="slides/slide87.xml" Type="http://schemas.openxmlformats.org/officeDocument/2006/relationships/slide"/><Relationship Id="rId93" Target="slides/slide88.xml" Type="http://schemas.openxmlformats.org/officeDocument/2006/relationships/slide"/><Relationship Id="rId94" Target="slides/slide89.xml" Type="http://schemas.openxmlformats.org/officeDocument/2006/relationships/slide"/><Relationship Id="rId95" Target="slides/slide90.xml" Type="http://schemas.openxmlformats.org/officeDocument/2006/relationships/slide"/><Relationship Id="rId96" Target="slides/slide91.xml" Type="http://schemas.openxmlformats.org/officeDocument/2006/relationships/slide"/><Relationship Id="rId97" Target="slides/slide92.xml" Type="http://schemas.openxmlformats.org/officeDocument/2006/relationships/slide"/><Relationship Id="rId98" Target="slides/slide93.xml" Type="http://schemas.openxmlformats.org/officeDocument/2006/relationships/slide"/><Relationship Id="rId99" Target="slides/slide9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8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9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0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_rels/slide1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6.png" Type="http://schemas.openxmlformats.org/officeDocument/2006/relationships/image"/><Relationship Id="rId5" Target="../media/image7.svg" Type="http://schemas.openxmlformats.org/officeDocument/2006/relationships/image"/><Relationship Id="rId6" Target="../media/image4.png" Type="http://schemas.openxmlformats.org/officeDocument/2006/relationships/image"/><Relationship Id="rId7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8251302" y="282619"/>
            <a:ext cx="11816077" cy="9721761"/>
            <a:chOff x="0" y="0"/>
            <a:chExt cx="6184570" cy="5088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5" id="5"/>
          <p:cNvGrpSpPr>
            <a:grpSpLocks noChangeAspect="true"/>
          </p:cNvGrpSpPr>
          <p:nvPr/>
        </p:nvGrpSpPr>
        <p:grpSpPr>
          <a:xfrm rot="0">
            <a:off x="9657241" y="282619"/>
            <a:ext cx="11816077" cy="9721761"/>
            <a:chOff x="0" y="0"/>
            <a:chExt cx="6184570" cy="508839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184570" cy="5088399"/>
            </a:xfrm>
            <a:custGeom>
              <a:avLst/>
              <a:gdLst/>
              <a:ahLst/>
              <a:cxnLst/>
              <a:rect r="r" b="b" t="t" l="l"/>
              <a:pathLst>
                <a:path h="5088399" w="6184570">
                  <a:moveTo>
                    <a:pt x="3433653" y="2544200"/>
                  </a:moveTo>
                  <a:lnTo>
                    <a:pt x="6184570" y="5088399"/>
                  </a:lnTo>
                  <a:lnTo>
                    <a:pt x="2750917" y="5088399"/>
                  </a:lnTo>
                  <a:lnTo>
                    <a:pt x="0" y="2544200"/>
                  </a:lnTo>
                  <a:lnTo>
                    <a:pt x="2750917" y="0"/>
                  </a:lnTo>
                  <a:lnTo>
                    <a:pt x="6184570" y="0"/>
                  </a:lnTo>
                  <a:lnTo>
                    <a:pt x="3433653" y="2544200"/>
                  </a:lnTo>
                  <a:close/>
                </a:path>
              </a:pathLst>
            </a:custGeom>
            <a:blipFill>
              <a:blip r:embed="rId2"/>
              <a:stretch>
                <a:fillRect l="-19140" t="0" r="-435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009060" y="5267110"/>
            <a:ext cx="3551768" cy="7730668"/>
            <a:chOff x="0" y="0"/>
            <a:chExt cx="935445" cy="203606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-2700000">
            <a:off x="16009060" y="-2710777"/>
            <a:ext cx="3551768" cy="7730668"/>
            <a:chOff x="0" y="0"/>
            <a:chExt cx="935445" cy="203606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35445" cy="2036061"/>
            </a:xfrm>
            <a:custGeom>
              <a:avLst/>
              <a:gdLst/>
              <a:ahLst/>
              <a:cxnLst/>
              <a:rect r="r" b="b" t="t" l="l"/>
              <a:pathLst>
                <a:path h="2036061" w="935445">
                  <a:moveTo>
                    <a:pt x="0" y="0"/>
                  </a:moveTo>
                  <a:lnTo>
                    <a:pt x="935445" y="0"/>
                  </a:lnTo>
                  <a:lnTo>
                    <a:pt x="935445" y="2036061"/>
                  </a:lnTo>
                  <a:lnTo>
                    <a:pt x="0" y="2036061"/>
                  </a:lnTo>
                  <a:close/>
                </a:path>
              </a:pathLst>
            </a:custGeom>
            <a:solidFill>
              <a:srgbClr val="2265BF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935445" cy="20741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3">
              <a:alphaModFix amt="4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2605453"/>
            <a:ext cx="15511088" cy="1600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699"/>
              </a:lnSpc>
            </a:pPr>
            <a:r>
              <a:rPr lang="en-US" sz="12999" b="true">
                <a:solidFill>
                  <a:srgbClr val="114182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WORTSCHATZ 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-3942687" y="2976674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0" y="0"/>
                </a:moveTo>
                <a:lnTo>
                  <a:pt x="7620658" y="0"/>
                </a:lnTo>
                <a:lnTo>
                  <a:pt x="7620658" y="7620657"/>
                </a:lnTo>
                <a:lnTo>
                  <a:pt x="0" y="762065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Freizeit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وقت الفراغ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Hobby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الهواية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Hobbys (Plural)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الهوايات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Musik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الموسيقى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Sport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الرياضة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Kino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السينما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Buch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الكتاب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Film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الفيلم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der Freund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الصديق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die Freundin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الصديقة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2733986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Spiel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اللعبة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das Wochenende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عطلة نهاية الأسبوع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lesen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يقرأ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schreiben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يكتب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29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511299" indent="-755650" lvl="1">
              <a:lnSpc>
                <a:spcPts val="7699"/>
              </a:lnSpc>
              <a:buFont typeface="Arial"/>
              <a:buChar char="•"/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fernsehen – 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يشاهد التلفاز</a:t>
            </a:r>
          </a:p>
          <a:p>
            <a:pPr algn="l" marL="1511299" indent="-755650" lvl="1">
              <a:lnSpc>
                <a:spcPts val="7699"/>
              </a:lnSpc>
              <a:buFont typeface="Arial"/>
              <a:buChar char="•"/>
            </a:pPr>
          </a:p>
          <a:p>
            <a:pPr algn="l">
              <a:lnSpc>
                <a:spcPts val="769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Musik hören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يستمع إلى الموسيقى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Fußball spielen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يلعب كرة القدم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schwimmen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يسبح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tanzen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يرقص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reisen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يسافر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993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spazieren gehen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يذهب للمشي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treffen (Freunde treffen)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– يلتقي (يلتقي بالأصدقاء)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In meiner Freizeit lese ich ein Buch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>
              <a:lnSpc>
                <a:spcPts val="7699"/>
              </a:lnSpc>
            </a:pP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وقت فراغي أقرأ كتابًا.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2936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Am Wochenende spiele ich Fußball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>
              <a:lnSpc>
                <a:spcPts val="7699"/>
              </a:lnSpc>
            </a:pP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في عطلة نهاية الأسبوع ألعب كرة القدم.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Ich höre gern Musik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>
              <a:lnSpc>
                <a:spcPts val="7699"/>
              </a:lnSpc>
            </a:pP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أحب الاستماع إلى الموسيقى.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Wir gehen ins Kino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>
              <a:lnSpc>
                <a:spcPts val="7699"/>
              </a:lnSpc>
            </a:pP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نذهب إلى السينما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397080"/>
            <a:ext cx="15879314" cy="196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7699"/>
              </a:lnSpc>
            </a:pPr>
            <a:r>
              <a:rPr lang="en-US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Mein Hobby ist Schwimmen</a:t>
            </a: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.</a:t>
            </a:r>
          </a:p>
          <a:p>
            <a:pPr algn="r" rtl="true">
              <a:lnSpc>
                <a:spcPts val="7699"/>
              </a:lnSpc>
            </a:pPr>
            <a:r>
              <a:rPr lang="ar-EG" sz="69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هوايتي هي السباحة.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206480" y="2237234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</a:rPr>
              <a:t>gesund</a:t>
            </a:r>
            <a:r>
              <a:rPr lang="ar-EG" sz="94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 </a:t>
            </a:r>
          </a:p>
          <a:p>
            <a:pPr algn="r" rtl="true">
              <a:lnSpc>
                <a:spcPts val="10449"/>
              </a:lnSpc>
            </a:pPr>
            <a:r>
              <a:rPr lang="ar-EG" sz="9499">
                <a:solidFill>
                  <a:srgbClr val="114182"/>
                </a:solidFill>
                <a:latin typeface="Montserrat"/>
                <a:ea typeface="Montserrat"/>
                <a:cs typeface="Montserrat"/>
                <a:sym typeface="Montserrat"/>
                <a:rtl val="true"/>
              </a:rPr>
              <a:t>(صِحّي / بصحة جيدة)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650526" y="5005827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krank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مريض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650526" y="5005827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krank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مريض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2650526" y="5005827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bin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gesund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r" rtl="true">
              <a:lnSpc>
                <a:spcPts val="10449"/>
              </a:lnSpc>
            </a:pP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أنا بصحة جيدة.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37337" y="3621531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Essen ist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gesund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r" rtl="true">
              <a:lnSpc>
                <a:spcPts val="10449"/>
              </a:lnSpc>
            </a:pP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الطعام صحي.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37337" y="3621531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Sport ist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gesund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r" rtl="true">
              <a:lnSpc>
                <a:spcPts val="10449"/>
              </a:lnSpc>
            </a:pP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الرياضة مفيدة للصحة.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37337" y="3621531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Bleib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gesund</a:t>
            </a: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</a:t>
            </a:r>
          </a:p>
          <a:p>
            <a:pPr algn="r" rtl="true">
              <a:lnSpc>
                <a:spcPts val="10449"/>
              </a:lnSpc>
            </a:pPr>
            <a:r>
              <a:rPr lang="ar-EG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ابقَ بصحة جيدة!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-837337" y="3621531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10449"/>
              </a:lnSpc>
            </a:pP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</a:t>
            </a:r>
            <a:r>
              <a:rPr lang="en-US" sz="9499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Geschenk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32966" y="973581"/>
            <a:ext cx="15879314" cy="7978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Geschenk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الهدية</a:t>
            </a:r>
          </a:p>
          <a:p>
            <a:pPr algn="l" rtl="true" marL="2050942" indent="-1025471" lvl="1">
              <a:lnSpc>
                <a:spcPts val="10449"/>
              </a:lnSpc>
              <a:buFont typeface="Arial"/>
              <a:buChar char="•"/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Artikel: das (Neutrum)</a:t>
            </a:r>
          </a:p>
          <a:p>
            <a:pPr algn="l" rtl="true" marL="2050942" indent="-1025471" lvl="1">
              <a:lnSpc>
                <a:spcPts val="10449"/>
              </a:lnSpc>
              <a:buFont typeface="Arial"/>
              <a:buChar char="•"/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Plural: die Geschenke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الهدايا</a:t>
            </a:r>
          </a:p>
          <a:p>
            <a:pPr algn="l" rtl="true">
              <a:lnSpc>
                <a:spcPts val="10449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ist ein Geschenk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هذه هدية.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40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habe ein Geschenk für dich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لدي هدية لك.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533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Sie bekommt viele Geschenke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هي تحصل على الكثير من الهدايا.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Geschenk ist schön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الهدية جميلة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Geburtstag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عيد الميلاد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kaufen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يشتري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schenken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يهدي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bekommen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يحصل على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Glückwunsch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Glückwunsch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التهنئة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2682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Plural: die Glückwünsche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= التهاني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1358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Glückwunsch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 = مبروك!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4006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Herzlichen Glückwunsch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 = ألف مبروك!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368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Herzlichen Glückwunsch zum Geburtstag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ألف مبروك بمناسبة عيد الميلاد!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56808"/>
            <a:ext cx="15879314" cy="3688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10449"/>
              </a:lnSpc>
            </a:pP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Glückwunsch zur Prüfung</a:t>
            </a:r>
            <a:r>
              <a:rPr lang="ar-EG" b="true" sz="94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مبروك على الامتحان!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Möbel im Haus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Sofa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الأريكة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Tisch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الطاولة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Stuhl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الكرسي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Fernseher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التلفاز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Regal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الرف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Lampe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المصباح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Schrank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الخزانة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Kommode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خزانة صغيرة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Spiegel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المرآة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Küche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المطبخ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Kühlschrank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الثلاجة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Herd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الموقد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Spüle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حوض الغسيل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Tisch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الطاولة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Stuhl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الكرسي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Badezimmer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الحمام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1045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Dusche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الدوش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206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Sofa ist im Wohnzimmer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الأريكة في غرفة الجلوس.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206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Bett ist im Schlafzimmer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السرير في غرفة النوم.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3083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Kühlschrank ist in der Küche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الثلاجة في المطبخ.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3137758"/>
            <a:ext cx="15879314" cy="2064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8029"/>
              </a:lnSpc>
            </a:pPr>
            <a:r>
              <a:rPr lang="en-US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Dusche ist im Badezimmer</a:t>
            </a: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8029"/>
              </a:lnSpc>
            </a:pPr>
            <a:r>
              <a:rPr lang="ar-EG" b="true" sz="7299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الدوش في الحمام.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6591958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0" y="4114800"/>
                </a:moveTo>
                <a:lnTo>
                  <a:pt x="4599878" y="4114800"/>
                </a:lnTo>
                <a:lnTo>
                  <a:pt x="4599878" y="0"/>
                </a:lnTo>
                <a:lnTo>
                  <a:pt x="0" y="0"/>
                </a:lnTo>
                <a:lnTo>
                  <a:pt x="0" y="411480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4012341" y="-250237"/>
            <a:ext cx="4599878" cy="4114800"/>
          </a:xfrm>
          <a:custGeom>
            <a:avLst/>
            <a:gdLst/>
            <a:ahLst/>
            <a:cxnLst/>
            <a:rect r="r" b="b" t="t" l="l"/>
            <a:pathLst>
              <a:path h="4114800" w="4599878">
                <a:moveTo>
                  <a:pt x="4599878" y="0"/>
                </a:moveTo>
                <a:lnTo>
                  <a:pt x="0" y="0"/>
                </a:lnTo>
                <a:lnTo>
                  <a:pt x="0" y="4114800"/>
                </a:lnTo>
                <a:lnTo>
                  <a:pt x="4599878" y="4114800"/>
                </a:lnTo>
                <a:lnTo>
                  <a:pt x="459987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0991562" y="3389757"/>
            <a:ext cx="7620658" cy="7620658"/>
          </a:xfrm>
          <a:custGeom>
            <a:avLst/>
            <a:gdLst/>
            <a:ahLst/>
            <a:cxnLst/>
            <a:rect r="r" b="b" t="t" l="l"/>
            <a:pathLst>
              <a:path h="7620658" w="7620658">
                <a:moveTo>
                  <a:pt x="7620657" y="0"/>
                </a:moveTo>
                <a:lnTo>
                  <a:pt x="0" y="0"/>
                </a:lnTo>
                <a:lnTo>
                  <a:pt x="0" y="7620658"/>
                </a:lnTo>
                <a:lnTo>
                  <a:pt x="7620657" y="7620658"/>
                </a:lnTo>
                <a:lnTo>
                  <a:pt x="7620657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91892" y="835613"/>
            <a:ext cx="14658187" cy="595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meinem Wohnzimmer gibt es ein Sofa und einen Tisch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 Schlafzimmer steht ein Bett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 der Küche ist ein Kühlschrank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 Badezimmer gibt es eine Dusche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liebe mein Haus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291892" y="7191745"/>
            <a:ext cx="14658187" cy="27749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rtl="true">
              <a:lnSpc>
                <a:spcPts val="4400"/>
              </a:lnSpc>
            </a:pPr>
            <a:r>
              <a:rPr lang="ar-EG" sz="40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غرفة الجلوس يوجد أريكة وطاولة.</a:t>
            </a:r>
          </a:p>
          <a:p>
            <a:pPr algn="r" rtl="true">
              <a:lnSpc>
                <a:spcPts val="4400"/>
              </a:lnSpc>
            </a:pPr>
            <a:r>
              <a:rPr lang="ar-EG" sz="40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غرفة النوم يوجد سرير.</a:t>
            </a:r>
          </a:p>
          <a:p>
            <a:pPr algn="r" rtl="true">
              <a:lnSpc>
                <a:spcPts val="4400"/>
              </a:lnSpc>
            </a:pPr>
            <a:r>
              <a:rPr lang="ar-EG" sz="40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المطبخ توجد ثلاجة.</a:t>
            </a:r>
          </a:p>
          <a:p>
            <a:pPr algn="r" rtl="true">
              <a:lnSpc>
                <a:spcPts val="4400"/>
              </a:lnSpc>
            </a:pPr>
            <a:r>
              <a:rPr lang="ar-EG" sz="40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الحمام يوجد دش.</a:t>
            </a:r>
          </a:p>
          <a:p>
            <a:pPr algn="r" rtl="true">
              <a:lnSpc>
                <a:spcPts val="4400"/>
              </a:lnSpc>
            </a:pPr>
            <a:r>
              <a:rPr lang="ar-EG" sz="40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أنا أحب منزلي.</a:t>
            </a:r>
          </a:p>
        </p:txBody>
      </p:sp>
    </p:spTree>
  </p:cSld>
  <p:clrMapOvr>
    <a:masterClrMapping/>
  </p:clrMapOvr>
</p:sld>
</file>

<file path=ppt/slides/slide7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Reisen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Reise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الرحلة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reisen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يسافر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Urlaub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العطلة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Ticket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التذكرة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Flughafen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المطار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Bahnhof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محطة القطار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Zug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القطار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Flugzeug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الطائرة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Bus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الحافلة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Auto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السيارة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Koffer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الحقيبة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Hotel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الفندق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Zimmer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الغرفة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Pass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جواز السفر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65899" y="260577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Fahrkarte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تذكرة السفر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4907" y="1135894"/>
            <a:ext cx="14658187" cy="84975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en-US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reise gern.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 Sommer mache ich Urlaub in Deutschlan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fahre mit dem Flugzeug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r" rtl="true">
              <a:lnSpc>
                <a:spcPts val="6710"/>
              </a:lnSpc>
            </a:pPr>
            <a:r>
              <a:rPr lang="ar-EG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 Flughafen kaufe ich ein Ticket</a:t>
            </a:r>
            <a:r>
              <a:rPr lang="ar-EG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habe einen Koffer und meinen Pass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 Hotel habe ich ein schönes Zimmer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Reise ist sehr schön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4907" y="1135894"/>
            <a:ext cx="14658187" cy="59543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0"/>
              </a:lnSpc>
            </a:pPr>
            <a:r>
              <a:rPr lang="ar-EG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أنا أحب السفر</a:t>
            </a:r>
            <a:r>
              <a:rPr lang="en-US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الصيف أقضي عطلة في ألمانيا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أسافر بالطائرة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710"/>
              </a:lnSpc>
            </a:pPr>
            <a:r>
              <a:rPr lang="en-US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المطار أشتري تذكرة</a:t>
            </a:r>
            <a:r>
              <a:rPr lang="en-US" sz="61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لدي حقيبة وجواز سفري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الفندق لدي غرفة جميلة</a:t>
            </a: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 rtl="true">
              <a:lnSpc>
                <a:spcPts val="6710"/>
              </a:lnSpc>
            </a:pP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الرحلة جميلة جدًا.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14907" y="1135894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Verkehrsmittel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Verkehrsmittel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وسيلة النقل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Auto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السيارة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Bus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الحافلة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Zug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القطار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Straßenbahn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الترامواي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8680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6710"/>
              </a:lnSpc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Flugzeug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الطائرة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2563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1316993" indent="-658496" lvl="1">
              <a:lnSpc>
                <a:spcPts val="6710"/>
              </a:lnSpc>
              <a:buFont typeface="Arial"/>
              <a:buChar char="•"/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Schiff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السفينة</a:t>
            </a:r>
          </a:p>
          <a:p>
            <a:pPr algn="l" rtl="true" marL="1316993" indent="-658496" lvl="1">
              <a:lnSpc>
                <a:spcPts val="6710"/>
              </a:lnSpc>
              <a:buFont typeface="Arial"/>
              <a:buChar char="•"/>
            </a:pPr>
          </a:p>
          <a:p>
            <a:pPr algn="l" rtl="true">
              <a:lnSpc>
                <a:spcPts val="67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171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1316993" indent="-658496" lvl="1">
              <a:lnSpc>
                <a:spcPts val="6710"/>
              </a:lnSpc>
              <a:buFont typeface="Arial"/>
              <a:buChar char="•"/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Fahrrad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الدراجة</a:t>
            </a:r>
          </a:p>
          <a:p>
            <a:pPr algn="l" rtl="true">
              <a:lnSpc>
                <a:spcPts val="67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07864" y="4514655"/>
            <a:ext cx="14658187" cy="171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 marL="1316993" indent="-658496" lvl="1">
              <a:lnSpc>
                <a:spcPts val="6710"/>
              </a:lnSpc>
              <a:buFont typeface="Arial"/>
              <a:buChar char="•"/>
            </a:pPr>
            <a:r>
              <a:rPr lang="en-US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Fahrrad</a:t>
            </a:r>
            <a:r>
              <a:rPr lang="ar-EG" b="true" sz="61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الدراجة</a:t>
            </a:r>
          </a:p>
          <a:p>
            <a:pPr algn="l" rtl="true">
              <a:lnSpc>
                <a:spcPts val="671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34752" y="397702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fahre jeden Tag mit dem Bus zur Arbeit.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Manchmal nehme ich den Zug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 Sommer fahre ich mit dem Fahrrad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Meine Familie reist mit dem Auto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Für lange Reisen fliege ich mit dem Flugzeug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8760" y="4838065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ar-EG" sz="53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أذهب كل يوم إلى العمل بالحافلة</a:t>
            </a:r>
            <a:r>
              <a:rPr lang="en-US" sz="53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أحيانًا أستعمل القطار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الصيف أتنقل بالدراجة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عائلتي تسافر بالسيارة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في الرحلات الطويلة أسافر بالطائرة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l" rtl="true">
              <a:lnSpc>
                <a:spcPts val="5830"/>
              </a:lnSpc>
            </a:pPr>
          </a:p>
        </p:txBody>
      </p:sp>
    </p:spTree>
  </p:cSld>
  <p:clrMapOvr>
    <a:masterClrMapping/>
  </p:clrMapOvr>
</p:sld>
</file>

<file path=ppt/slides/slide10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Einen Ter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 vereinbaren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(تحديد موعد)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Ter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الموعد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einen Ter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 vereinbaren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يحدد موعدًا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einen Ter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min machen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يأخذ / يحدد موعدًا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Uhrze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it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الوقت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verschieben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يؤجل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absagen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يلغي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99867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0"/>
              </a:lnSpc>
            </a:pPr>
            <a:r>
              <a:rPr lang="en-US" sz="5300" b="true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möchte einen Termin vereinbaren.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aben Sie morgen Zeit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?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Ja, um 10 Uhr bin ich frei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Gut, dann haben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wir einen Termin um 10 Uhr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Vielen Dank, bis morgen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!</a:t>
            </a:r>
          </a:p>
          <a:p>
            <a:pPr algn="l" rtl="true">
              <a:lnSpc>
                <a:spcPts val="58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8760" y="5462768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أود تحديد موعد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r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هل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لديك وقت غدًا؟</a:t>
            </a:r>
          </a:p>
          <a:p>
            <a:pPr algn="r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نعم، أنا متفرغ الساعة العاشرة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r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جيد، إذن لدينا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موعد الساعة العاشرة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.</a:t>
            </a:r>
          </a:p>
          <a:p>
            <a:pPr algn="r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شكرًا جزيلاً، إلى الغد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!</a:t>
            </a:r>
          </a:p>
          <a:p>
            <a:pPr algn="l" rtl="true">
              <a:lnSpc>
                <a:spcPts val="5830"/>
              </a:lnSpc>
            </a:pPr>
          </a:p>
        </p:txBody>
      </p:sp>
    </p:spTree>
  </p:cSld>
  <p:clrMapOvr>
    <a:masterClrMapping/>
  </p:clrMapOvr>
</p:sld>
</file>

<file path=ppt/slides/slide1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🍽️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Besteck &amp; Gesch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irr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Messer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السكين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Gabel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الشوكة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Löffel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الملعقة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Teller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الطبق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Tasse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الفنجان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Glas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الكأس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Schüssel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الوعاء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Flasche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القنينة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4233755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Flasche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القنينة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1054053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decke den Tisch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Auf dem Tisch stehen Teller und Gläser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Neben dem Teller liegt ein Messer und eine Gabel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brauche einen Löffel für die Suppe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Alles ist bereit zum Essen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2578" y="6286522"/>
            <a:ext cx="17470480" cy="4420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أنا أُعدّ الطاولة.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على الطاولة توجد أطباق وكؤوس.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بجانب الطبق يوجد سكين وشوكة.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أحتاج ملعقة للحساء.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كل شيء جاهز للأكل.</a:t>
            </a:r>
          </a:p>
          <a:p>
            <a:pPr algn="l" rtl="true">
              <a:lnSpc>
                <a:spcPts val="5830"/>
              </a:lnSpc>
            </a:pPr>
          </a:p>
        </p:txBody>
      </p:sp>
    </p:spTree>
  </p:cSld>
  <p:clrMapOvr>
    <a:masterClrMapping/>
  </p:clrMapOvr>
</p:sld>
</file>

<file path=ppt/slides/slide1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17520" y="1054053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Hotel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Hotel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Zimmer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الغرفة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Einzelzimmer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غرفة فردية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Doppelzimmer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غرفة مزدوجة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Rezeption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الاستقبال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Schlüssel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المفتاح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Reservierung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الحجز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reservieren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يحجز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Frühstück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الفطور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der Gast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النزيل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die Rechnung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الفاتورة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259775" y="4967727"/>
            <a:ext cx="17470480" cy="753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bezahlen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– يدفع</a:t>
            </a: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408760" y="47625"/>
            <a:ext cx="17470480" cy="51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bin im Urlaub und wohne im Hotel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Ich habe ein Doppelzimmer reserviert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An der Rezeption bekomme ich den Schlüssel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Das Zimmer ist groß und sauber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 Morgen gibt es Frühstück im Hotel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</a:t>
            </a:r>
            <a:r>
              <a:rPr lang="en-US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Am Ende bezahle ich die Rechnung</a:t>
            </a: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.</a:t>
            </a:r>
          </a:p>
          <a:p>
            <a:pPr algn="l" rtl="true">
              <a:lnSpc>
                <a:spcPts val="5830"/>
              </a:lnSpc>
            </a:pPr>
          </a:p>
        </p:txBody>
      </p:sp>
      <p:sp>
        <p:nvSpPr>
          <p:cNvPr name="Freeform 3" id="3"/>
          <p:cNvSpPr/>
          <p:nvPr/>
        </p:nvSpPr>
        <p:spPr>
          <a:xfrm flipH="false" flipV="true" rot="0">
            <a:off x="-3675777" y="-1305776"/>
            <a:ext cx="9408954" cy="6225879"/>
          </a:xfrm>
          <a:custGeom>
            <a:avLst/>
            <a:gdLst/>
            <a:ahLst/>
            <a:cxnLst/>
            <a:rect r="r" b="b" t="t" l="l"/>
            <a:pathLst>
              <a:path h="6225879" w="9408954">
                <a:moveTo>
                  <a:pt x="0" y="6225878"/>
                </a:moveTo>
                <a:lnTo>
                  <a:pt x="9408954" y="6225878"/>
                </a:lnTo>
                <a:lnTo>
                  <a:pt x="9408954" y="0"/>
                </a:lnTo>
                <a:lnTo>
                  <a:pt x="0" y="0"/>
                </a:lnTo>
                <a:lnTo>
                  <a:pt x="0" y="6225878"/>
                </a:lnTo>
                <a:close/>
              </a:path>
            </a:pathLst>
          </a:custGeom>
          <a:blipFill>
            <a:blip r:embed="rId2">
              <a:alphaModFix amt="4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true" rot="0">
            <a:off x="-360891" y="8560170"/>
            <a:ext cx="2399641" cy="2146588"/>
          </a:xfrm>
          <a:custGeom>
            <a:avLst/>
            <a:gdLst/>
            <a:ahLst/>
            <a:cxnLst/>
            <a:rect r="r" b="b" t="t" l="l"/>
            <a:pathLst>
              <a:path h="2146588" w="2399641">
                <a:moveTo>
                  <a:pt x="0" y="2146588"/>
                </a:moveTo>
                <a:lnTo>
                  <a:pt x="2399641" y="2146588"/>
                </a:lnTo>
                <a:lnTo>
                  <a:pt x="2399641" y="0"/>
                </a:lnTo>
                <a:lnTo>
                  <a:pt x="0" y="0"/>
                </a:lnTo>
                <a:lnTo>
                  <a:pt x="0" y="2146588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16312280" y="-250237"/>
            <a:ext cx="2299939" cy="2057400"/>
          </a:xfrm>
          <a:custGeom>
            <a:avLst/>
            <a:gdLst/>
            <a:ahLst/>
            <a:cxnLst/>
            <a:rect r="r" b="b" t="t" l="l"/>
            <a:pathLst>
              <a:path h="2057400" w="2299939">
                <a:moveTo>
                  <a:pt x="2299939" y="0"/>
                </a:moveTo>
                <a:lnTo>
                  <a:pt x="0" y="0"/>
                </a:lnTo>
                <a:lnTo>
                  <a:pt x="0" y="2057400"/>
                </a:lnTo>
                <a:lnTo>
                  <a:pt x="2299939" y="2057400"/>
                </a:lnTo>
                <a:lnTo>
                  <a:pt x="229993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0">
            <a:off x="15691051" y="7365832"/>
            <a:ext cx="2921168" cy="2921168"/>
          </a:xfrm>
          <a:custGeom>
            <a:avLst/>
            <a:gdLst/>
            <a:ahLst/>
            <a:cxnLst/>
            <a:rect r="r" b="b" t="t" l="l"/>
            <a:pathLst>
              <a:path h="2921168" w="2921168">
                <a:moveTo>
                  <a:pt x="2921168" y="0"/>
                </a:moveTo>
                <a:lnTo>
                  <a:pt x="0" y="0"/>
                </a:lnTo>
                <a:lnTo>
                  <a:pt x="0" y="2921168"/>
                </a:lnTo>
                <a:lnTo>
                  <a:pt x="2921168" y="2921168"/>
                </a:lnTo>
                <a:lnTo>
                  <a:pt x="29211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17520" y="4967727"/>
            <a:ext cx="17470480" cy="5153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أنا في عطلة وأسكن في فندق.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لقد حجزت غرفة مزدوجة.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الاستقبال أحصل على المفتاح.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الغرفة كبيرة ونظيفة.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الصباح يوجد فطور في الفندق.</a:t>
            </a:r>
          </a:p>
          <a:p>
            <a:pPr algn="l" rtl="true">
              <a:lnSpc>
                <a:spcPts val="5830"/>
              </a:lnSpc>
            </a:pPr>
            <a:r>
              <a:rPr lang="ar-EG" b="true" sz="5300">
                <a:solidFill>
                  <a:srgbClr val="114182"/>
                </a:solidFill>
                <a:latin typeface="Montserrat Bold"/>
                <a:ea typeface="Montserrat Bold"/>
                <a:cs typeface="Montserrat Bold"/>
                <a:sym typeface="Montserrat Bold"/>
                <a:rtl val="true"/>
              </a:rPr>
              <a:t> في النهاية أدفع الفاتورة.</a:t>
            </a:r>
          </a:p>
          <a:p>
            <a:pPr algn="l" rtl="true">
              <a:lnSpc>
                <a:spcPts val="5830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DAHBZqLCJlY</dc:identifier>
  <dcterms:modified xsi:type="dcterms:W3CDTF">2011-08-01T06:04:30Z</dcterms:modified>
  <cp:revision>1</cp:revision>
  <dc:title>Wortschatz</dc:title>
</cp:coreProperties>
</file>