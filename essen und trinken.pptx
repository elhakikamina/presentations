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Montserrat Heavy" charset="1" panose="00000A00000000000000"/>
      <p:regular r:id="rId20"/>
    </p:embeddedFont>
    <p:embeddedFont>
      <p:font typeface="Montserrat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66" r="0" b="-9166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028700" y="5759035"/>
            <a:ext cx="3425190" cy="0"/>
          </a:xfrm>
          <a:prstGeom prst="line">
            <a:avLst/>
          </a:prstGeom>
          <a:ln cap="rnd" w="857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3624961"/>
            <a:ext cx="8382002" cy="2105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35"/>
              </a:lnSpc>
            </a:pPr>
            <a:r>
              <a:rPr lang="en-US" b="true" sz="7555">
                <a:solidFill>
                  <a:srgbClr val="F69200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ESSEN UND TRINKEN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0368" y="170855"/>
            <a:ext cx="14782370" cy="9848754"/>
          </a:xfrm>
          <a:custGeom>
            <a:avLst/>
            <a:gdLst/>
            <a:ahLst/>
            <a:cxnLst/>
            <a:rect r="r" b="b" t="t" l="l"/>
            <a:pathLst>
              <a:path h="9848754" w="14782370">
                <a:moveTo>
                  <a:pt x="0" y="0"/>
                </a:moveTo>
                <a:lnTo>
                  <a:pt x="14782370" y="0"/>
                </a:lnTo>
                <a:lnTo>
                  <a:pt x="14782370" y="9848754"/>
                </a:lnTo>
                <a:lnTo>
                  <a:pt x="0" y="9848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888184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73642" y="393105"/>
            <a:ext cx="16785658" cy="419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Ich esse gern Brot und Käse.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Am Morgen esse ich einen Apfel und eine Banane.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Zu Mittag esse ich Nudeln oder Fleisch.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Am Abend trinke ich Wasser oder Saft.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Ich trinke keinen Kaffee, aber ich trinke gern Tee.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1171" y="5763049"/>
            <a:ext cx="16785658" cy="3489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ar-EG" sz="3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أنا</a:t>
            </a:r>
            <a:r>
              <a:rPr lang="ar-EG" sz="3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أحب أكل الخبز والجبن</a:t>
            </a:r>
            <a:r>
              <a:rPr lang="en-US" sz="3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في الصباح آكل تفاحة وموزة</a:t>
            </a:r>
            <a:r>
              <a:rPr lang="en-US" sz="3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في الغداء آكل المكرونة أو اللحم</a:t>
            </a:r>
            <a:r>
              <a:rPr lang="en-US" sz="3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في المساء أشرب الماء أو العصير</a:t>
            </a:r>
            <a:r>
              <a:rPr lang="en-US" sz="3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أنا لا أشرب القهوة، لكني أحب شرب الشاي</a:t>
            </a:r>
            <a:r>
              <a:rPr lang="en-US" sz="3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888184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51171" y="1980982"/>
            <a:ext cx="16785658" cy="1698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999"/>
              </a:lnSpc>
            </a:pPr>
            <a:r>
              <a:rPr lang="en-US" sz="9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das Trinken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184467" y="5476543"/>
            <a:ext cx="191010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ar-EG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الشرب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888184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51171" y="1980982"/>
            <a:ext cx="16785658" cy="1698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999"/>
              </a:lnSpc>
            </a:pPr>
            <a:r>
              <a:rPr lang="en-US" sz="9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das Wasser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184467" y="5476543"/>
            <a:ext cx="191010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ar-EG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الماء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888184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51171" y="1980982"/>
            <a:ext cx="16785658" cy="1698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999"/>
              </a:lnSpc>
            </a:pPr>
            <a:r>
              <a:rPr lang="en-US" sz="9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der Tee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184467" y="5476543"/>
            <a:ext cx="191010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ar-EG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الشاي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888184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51171" y="1980982"/>
            <a:ext cx="16785658" cy="1698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999"/>
              </a:lnSpc>
            </a:pPr>
            <a:r>
              <a:rPr lang="en-US" sz="9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der Kaffee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184467" y="5476543"/>
            <a:ext cx="191010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ar-EG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القهوة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888184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51171" y="1980982"/>
            <a:ext cx="16785658" cy="1698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999"/>
              </a:lnSpc>
            </a:pPr>
            <a:r>
              <a:rPr lang="en-US" sz="9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die Milch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184467" y="5476543"/>
            <a:ext cx="191010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ar-EG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الحليب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888184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51171" y="1980982"/>
            <a:ext cx="16785658" cy="1698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999"/>
              </a:lnSpc>
            </a:pPr>
            <a:r>
              <a:rPr lang="en-US" sz="9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der Saft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184467" y="5476543"/>
            <a:ext cx="191010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ar-EG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العصير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888184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51171" y="1980982"/>
            <a:ext cx="16785658" cy="1698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999"/>
              </a:lnSpc>
            </a:pPr>
            <a:r>
              <a:rPr lang="en-US" sz="9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der Orangensaft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184467" y="5476543"/>
            <a:ext cx="265018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ar-EG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عصير البرتقال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888184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51171" y="1980982"/>
            <a:ext cx="16785658" cy="1698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999"/>
              </a:lnSpc>
            </a:pPr>
            <a:r>
              <a:rPr lang="en-US" sz="9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das Mineralwasser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184467" y="5476543"/>
            <a:ext cx="265018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ar-EG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ماء م</a:t>
            </a:r>
            <a:r>
              <a:rPr lang="ar-EG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عدني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888184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73642" y="-965389"/>
            <a:ext cx="16785658" cy="742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</a:p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Ich heiße Ann</a:t>
            </a:r>
            <a:r>
              <a:rPr lang="en-US" sz="6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a.</a:t>
            </a:r>
          </a:p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Am Morgen frühstücke ich.</a:t>
            </a:r>
          </a:p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Ich esse Brot und Käse.</a:t>
            </a:r>
          </a:p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Ich esse auch ein Ei.</a:t>
            </a:r>
          </a:p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Ich trinke Kaffee und Milch.</a:t>
            </a:r>
          </a:p>
          <a:p>
            <a:pPr algn="l">
              <a:lnSpc>
                <a:spcPts val="840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635680" y="5944811"/>
            <a:ext cx="9236871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</a:pPr>
            <a:r>
              <a:rPr lang="ar-EG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اسمي آنا</a:t>
            </a: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في الصباح أتناول الفطور</a:t>
            </a: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آكل الخبز والجب</a:t>
            </a:r>
            <a:r>
              <a:rPr lang="ar-EG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ن</a:t>
            </a: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وآكل أيضًا بيضة</a:t>
            </a: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أشرب القهوة والحليب</a:t>
            </a: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888184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02526" y="706061"/>
            <a:ext cx="16785658" cy="529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Zu</a:t>
            </a:r>
            <a:r>
              <a:rPr lang="en-US" sz="6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Mitt</a:t>
            </a:r>
            <a:r>
              <a:rPr lang="en-US" sz="6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ag esse ich Reis und Hähnchen.</a:t>
            </a:r>
          </a:p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Manchmal esse ich Fisch und Salat.</a:t>
            </a:r>
          </a:p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Ich trinke Wasser oder Orangensaft.</a:t>
            </a:r>
          </a:p>
          <a:p>
            <a:pPr algn="l">
              <a:lnSpc>
                <a:spcPts val="8400"/>
              </a:lnSpc>
            </a:pPr>
          </a:p>
          <a:p>
            <a:pPr algn="l">
              <a:lnSpc>
                <a:spcPts val="840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635680" y="5944811"/>
            <a:ext cx="9236871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</a:pPr>
            <a:r>
              <a:rPr lang="ar-EG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في الغداء آكل الأرز والدجاج</a:t>
            </a: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أحيانًا آكل السمك والسلطة</a:t>
            </a: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أشرب الماء أو عصير البرتقال</a:t>
            </a: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5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888184" y="1028700"/>
            <a:ext cx="8115300" cy="8115300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1270"/>
            </a:xfrm>
            <a:custGeom>
              <a:avLst/>
              <a:gdLst/>
              <a:ahLst/>
              <a:cxnLst/>
              <a:rect r="r" b="b" t="t" l="l"/>
              <a:pathLst>
                <a:path h="6351270" w="635000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2"/>
              <a:stretch>
                <a:fillRect l="-57130" t="0" r="-4408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02526" y="706061"/>
            <a:ext cx="16785658" cy="422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Am</a:t>
            </a:r>
            <a:r>
              <a:rPr lang="en-US" sz="6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Abend</a:t>
            </a:r>
            <a:r>
              <a:rPr lang="en-US" sz="6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esse ich Suppe oder Nudeln.</a:t>
            </a:r>
          </a:p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Ich esse gern Gemüse und Obst.</a:t>
            </a:r>
          </a:p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Meine Lieblingsfrucht ist der Apfel.</a:t>
            </a:r>
          </a:p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Am Abend trinke ich Tee.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35680" y="5944811"/>
            <a:ext cx="9236871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</a:pPr>
            <a:r>
              <a:rPr lang="ar-EG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في المساء آكل الشوربة أو المعكرونة</a:t>
            </a: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أحب أكل الخضر والفواكه</a:t>
            </a: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فاكهتي المفضلة هي التفاح</a:t>
            </a: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في المساء أشرب الشاي</a:t>
            </a: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DAHAjxnxpNM</dc:identifier>
  <dcterms:modified xsi:type="dcterms:W3CDTF">2011-08-01T06:04:30Z</dcterms:modified>
  <cp:revision>1</cp:revision>
  <dc:title>essen und trinken</dc:title>
</cp:coreProperties>
</file>