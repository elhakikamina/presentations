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Montserrat Bold" charset="1" panose="00000800000000000000"/>
      <p:regular r:id="rId43"/>
    </p:embeddedFont>
    <p:embeddedFont>
      <p:font typeface="Montserrat" charset="1" panose="0000050000000000000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251302" y="282619"/>
            <a:ext cx="11816077" cy="9721761"/>
            <a:chOff x="0" y="0"/>
            <a:chExt cx="6184570" cy="50883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4570" cy="5088399"/>
            </a:xfrm>
            <a:custGeom>
              <a:avLst/>
              <a:gdLst/>
              <a:ahLst/>
              <a:cxnLst/>
              <a:rect r="r" b="b" t="t" l="l"/>
              <a:pathLst>
                <a:path h="5088399" w="6184570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solidFill>
              <a:srgbClr val="2265B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84570" cy="5088399"/>
            </a:xfrm>
            <a:custGeom>
              <a:avLst/>
              <a:gdLst/>
              <a:ahLst/>
              <a:cxnLst/>
              <a:rect r="r" b="b" t="t" l="l"/>
              <a:pathLst>
                <a:path h="5088399" w="6184570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657241" y="282619"/>
            <a:ext cx="11816077" cy="9721761"/>
            <a:chOff x="0" y="0"/>
            <a:chExt cx="6184570" cy="50883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84570" cy="5088399"/>
            </a:xfrm>
            <a:custGeom>
              <a:avLst/>
              <a:gdLst/>
              <a:ahLst/>
              <a:cxnLst/>
              <a:rect r="r" b="b" t="t" l="l"/>
              <a:pathLst>
                <a:path h="5088399" w="6184570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84570" cy="5088399"/>
            </a:xfrm>
            <a:custGeom>
              <a:avLst/>
              <a:gdLst/>
              <a:ahLst/>
              <a:cxnLst/>
              <a:rect r="r" b="b" t="t" l="l"/>
              <a:pathLst>
                <a:path h="5088399" w="6184570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blipFill>
              <a:blip r:embed="rId2"/>
              <a:stretch>
                <a:fillRect l="-19140" t="0" r="-435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6009060" y="5267110"/>
            <a:ext cx="3551768" cy="7730668"/>
            <a:chOff x="0" y="0"/>
            <a:chExt cx="935445" cy="20360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5445" cy="2036061"/>
            </a:xfrm>
            <a:custGeom>
              <a:avLst/>
              <a:gdLst/>
              <a:ahLst/>
              <a:cxnLst/>
              <a:rect r="r" b="b" t="t" l="l"/>
              <a:pathLst>
                <a:path h="2036061" w="935445">
                  <a:moveTo>
                    <a:pt x="0" y="0"/>
                  </a:moveTo>
                  <a:lnTo>
                    <a:pt x="935445" y="0"/>
                  </a:lnTo>
                  <a:lnTo>
                    <a:pt x="935445" y="2036061"/>
                  </a:lnTo>
                  <a:lnTo>
                    <a:pt x="0" y="2036061"/>
                  </a:lnTo>
                  <a:close/>
                </a:path>
              </a:pathLst>
            </a:custGeom>
            <a:solidFill>
              <a:srgbClr val="2265B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35445" cy="2074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700000">
            <a:off x="16009060" y="-2710777"/>
            <a:ext cx="3551768" cy="7730668"/>
            <a:chOff x="0" y="0"/>
            <a:chExt cx="935445" cy="20360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5445" cy="2036061"/>
            </a:xfrm>
            <a:custGeom>
              <a:avLst/>
              <a:gdLst/>
              <a:ahLst/>
              <a:cxnLst/>
              <a:rect r="r" b="b" t="t" l="l"/>
              <a:pathLst>
                <a:path h="2036061" w="935445">
                  <a:moveTo>
                    <a:pt x="0" y="0"/>
                  </a:moveTo>
                  <a:lnTo>
                    <a:pt x="935445" y="0"/>
                  </a:lnTo>
                  <a:lnTo>
                    <a:pt x="935445" y="2036061"/>
                  </a:lnTo>
                  <a:lnTo>
                    <a:pt x="0" y="2036061"/>
                  </a:lnTo>
                  <a:close/>
                </a:path>
              </a:pathLst>
            </a:custGeom>
            <a:solidFill>
              <a:srgbClr val="2265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35445" cy="2074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57766" y="1939383"/>
            <a:ext cx="8887398" cy="160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99"/>
              </a:lnSpc>
            </a:pPr>
            <a:r>
              <a:rPr lang="en-US" sz="129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HABEN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3942687" y="2976674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0" y="0"/>
                </a:moveTo>
                <a:lnTo>
                  <a:pt x="7620658" y="0"/>
                </a:lnTo>
                <a:lnTo>
                  <a:pt x="7620658" y="7620657"/>
                </a:lnTo>
                <a:lnTo>
                  <a:pt x="0" y="76206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4043751"/>
            <a:ext cx="8887398" cy="87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1"/>
              </a:lnSpc>
            </a:pPr>
            <a:r>
              <a:rPr lang="en-US" sz="7001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PRÄSENS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5110602"/>
            <a:ext cx="8887398" cy="87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1"/>
              </a:lnSpc>
            </a:pPr>
            <a:r>
              <a:rPr lang="en-US" sz="7001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PRÄTERITUM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6177454"/>
            <a:ext cx="8887398" cy="87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1"/>
              </a:lnSpc>
            </a:pPr>
            <a:r>
              <a:rPr lang="en-US" sz="7001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7244306"/>
            <a:ext cx="8887398" cy="87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1"/>
              </a:lnSpc>
            </a:pPr>
            <a:r>
              <a:rPr lang="en-US" sz="7001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FUTUR 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9588658" cy="642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Präsens 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ich habe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du hast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er/sie/es hat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wir haben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ihr habt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sie/Sie haben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9588658" cy="642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Präteritum 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ich hatte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du hattest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er/sie/es hatte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wir hatten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ihr hattet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sie/Sie hatten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9588658" cy="642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Perfekt 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ich habe gehabt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du hast gehabt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er/sie/es hat gehabt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wir haben gehabt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ihr habt gehabt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sie/Sie haben gehabt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9588658" cy="642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Futur I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ich werde haben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du wirst haben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er/sie/es wird haben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wir werden haben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ihr werdet haben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sie/Sie werden haben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9588658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Präsens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Ich habe ein Auto.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أنا أملك سيارة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Perfekt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Ich habe ein Auto gehabt.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لقد كان لديّ سيارة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Präteritum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Ich hatte ein Auto.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 لديّ سيارة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Futur I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Ich werde ein Auto haben.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سيكون لديّ سيارة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Präsens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Sie hat viel Zeit.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هي لديها وقت كثير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Perfekt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Sie hat viel Zeit gehabt.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 لديها وقت كثير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Präteritum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Sie hatte viel Zeit.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 لديها وقت كثير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Futur I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Sie wird viel Zeit haben.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سيكون لديها وقت كثير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Präsens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Wir haben heute Unterricht.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لدينا درس اليوم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368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Perfekt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Wir haben heute Unterricht gehabt.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 لدينا درس اليوم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Präteritum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Wir hatten heute Unterricht.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 لدينا درس اليوم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368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Futur I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Wir werden heute Unterricht haben.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سيكون لدينا درس اليوم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Präsens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Er hat ein Problem.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هو لديه مشكلة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Perfekt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Er hat ein Problem gehabt.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كانت لديه مشكلة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Präteritum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Er hatte ein Problem.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كانت لديه مشكلة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Futur I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Er wird ein Problem haben.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ستكون لديه مشكلة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Präsens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Ich habe eine Frage.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لدي سؤال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Perfekt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Ich habe eine Frage gehabt.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 لدي سؤال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Präteritum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Ich hatte eine Frage.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 لدي سؤال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Futur I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Ich werde eine Frage haben.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سيكون لدي سؤال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Präsens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Du hast Hunger.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أنت جائع (لديك جوع)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Perfekt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Du hast Hunger gehabt.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كنت جائعاً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Präteritum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Du hattest Hunger.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كنت جائعاً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Futur I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Du wirst Hunger haben.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ستكون جائعاً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Präsens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Er hat ein neues Handy.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هو لديه هاتف جديد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368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Perfekt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Er hat ein neues Handy gehabt.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 لديه هاتف جديد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27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Präteritum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Er hatte ein neues Handy.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 لديه هاتف جديد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368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Futur I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Er wird ein neues Handy haben.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سيكون لديه هاتف جديد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368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Präsens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Wir haben morgen einen Termin.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لدينا موعد غداً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368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Perfekt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Wir haben morgen einen Termin gehabt.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 لدينا موعد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368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Präteritum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Wir hatten morgen einen Termin.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 لدينا موعد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5820" y="1853279"/>
            <a:ext cx="12626071" cy="368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Futur I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Wir werden morgen einen Termin haben.</a:t>
            </a:r>
          </a:p>
          <a:p>
            <a:pPr algn="l">
              <a:lnSpc>
                <a:spcPts val="7269"/>
              </a:lnSpc>
            </a:pP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سيكون لدينا موعد</a:t>
            </a:r>
            <a:r>
              <a:rPr lang="en-US" sz="66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DAHBaU9CTLk</dc:identifier>
  <dcterms:modified xsi:type="dcterms:W3CDTF">2011-08-01T06:04:30Z</dcterms:modified>
  <cp:revision>1</cp:revision>
  <dc:title>haben</dc:title>
</cp:coreProperties>
</file>