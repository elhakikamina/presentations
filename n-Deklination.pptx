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x="18288000" cy="10287000"/>
  <p:notesSz cx="6858000" cy="9144000"/>
  <p:embeddedFontLst>
    <p:embeddedFont>
      <p:font typeface="Inter" charset="1" panose="020B0502030000000004"/>
      <p:regular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fonts/font57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429362" y="2829389"/>
            <a:ext cx="8762423" cy="146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n-Deklination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748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هي نوع خاص من الأسماء المذكرة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(maskulin)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فين الاسم كيزيد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-n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أو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-en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في جميع الحالات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ما عدا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Nominativ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المفرد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748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der Student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Nominativ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Der Student ist hier.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الطالب هنا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Akkusativ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sehe den Studenten.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أرى الطالب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helfe dem Studenten.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أساعد الطالب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Genitiv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Das ist das Buch des Studenten.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كتاب الطالب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Nominativ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Der Junge spielt.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الولد يلعب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Akkusativ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sehe den Jungen.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أرى الولد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spreche mit dem Jungen.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أتكلم مع الولد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Genitiv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Das ist das Fahrrad des Jungen.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هذه دراجة الولد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der Student</a:t>
            </a:r>
          </a:p>
          <a:p>
            <a:pPr algn="l">
              <a:lnSpc>
                <a:spcPts val="11899"/>
              </a:lnSpc>
            </a:pPr>
          </a:p>
          <a:p>
            <a:pPr algn="l">
              <a:lnSpc>
                <a:spcPts val="118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Nominativ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er Student lernt Deutsch.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الطالب يتعلم الألمانية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Akkusativ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s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ehe den Studenten.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أرى الطالب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h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elfe dem Studenten.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أساعد الطالب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Genitiv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Das ist das Buch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des Studenten.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كتاب الطالب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Nominativ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Der Jung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e spielt im Park.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الولد يلعب في الحديقة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Akkusativ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sehe den Jung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en.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أرى الولد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spreche mit dem Jung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en.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أتكلم مع الولد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Genitiv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Das ist das Fahrrad des Jung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en.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هذه دراجة الولد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Nominativ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Der Herr ist freundlich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السيد لطيف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Akkusativ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kenne den Herrn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أعرف السيد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danke dem Herrn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أشكر السيد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Genitiv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Das ist das Auto des Herrn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هذه سيارة السيد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Nominativ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Der Mensch braucht Wasser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الإنسان يحتاج إلى الماء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Akkusativ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sehe den Menschen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أرى الإنسان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helfe dem Menschen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أساعد الإنسان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Genitiv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Das ist die Idee des Menschen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هذه فكرة الإنسان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Nominativ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Der Kollege kommt heute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الزميل يأتي اليوم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Akkusativ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treffe den Kollegen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ألتقي بالزميل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helfe dem Kollegen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أساعد الزميل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Genitiv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Das ist das Büro des Kollegen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مكتب الزميل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Nominativ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Der Kunde wartet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الزبون ينتظر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Akkusativ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sehe den Kunden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أرى الزبون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helfe dem Kunden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أساعد الزبون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Genitiv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Das ist die Frage des Kunden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سؤال الزبون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Nominativ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Der Name ist schön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الاسم جميل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Akkusativ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höre den Namen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أسمع الاسم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schreibe mit dem Namen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أكتب بالاسم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Genitiv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Das ist die Bedeutung des Namens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معنى الاسم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Nominativ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Der Polizist arbeitet hier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الشرطي يعمل هنا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Akkusativ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sehe den Polizisten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أرى الشرطي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spreche mit dem Polizisten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أتكلم مع الشرطي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Genitiv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Das ist das Auto des Polizisten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هذه سيارة الشرطي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Nominativ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Der Tourist fotografiert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السائح يلتقط صوراً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Akkusativ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sehe den Touristen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أرى السائح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helfe dem Touristen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أساعد السائح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Genitiv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Das ist das Hotel des Touristen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هذا فندق السائح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Nominativ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Der Elefant ist groß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الفيل كبير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447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Akkusativ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sehe den Elefanten.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أرى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 الفيل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Dativ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Ich gebe dem Elefanten Wasser.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أنا أعطي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 الفيل ماءً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391718" y="2325043"/>
            <a:ext cx="10287000" cy="5636914"/>
          </a:xfrm>
          <a:custGeom>
            <a:avLst/>
            <a:gdLst/>
            <a:ahLst/>
            <a:cxnLst/>
            <a:rect r="r" b="b" t="t" l="l"/>
            <a:pathLst>
              <a:path h="5636914" w="10287000">
                <a:moveTo>
                  <a:pt x="0" y="0"/>
                </a:moveTo>
                <a:lnTo>
                  <a:pt x="10287000" y="0"/>
                </a:lnTo>
                <a:lnTo>
                  <a:pt x="10287000" y="5636914"/>
                </a:lnTo>
                <a:lnTo>
                  <a:pt x="0" y="563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824" t="0" r="-52629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426531" y="4577320"/>
            <a:ext cx="1008551" cy="0"/>
          </a:xfrm>
          <a:prstGeom prst="line">
            <a:avLst/>
          </a:prstGeom>
          <a:ln cap="flat" w="76200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91786" y="1385668"/>
            <a:ext cx="719873" cy="719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79251" y="3405701"/>
            <a:ext cx="340264" cy="3402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70844" y="8918036"/>
            <a:ext cx="340264" cy="3402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F5F5F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988" y="857250"/>
            <a:ext cx="14793946" cy="5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Genitiv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Das ist das Ohr des Elefanten.</a:t>
            </a:r>
          </a:p>
          <a:p>
            <a:pPr algn="l">
              <a:lnSpc>
                <a:spcPts val="11899"/>
              </a:lnSpc>
            </a:pP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هذه أذن</a:t>
            </a:r>
            <a:r>
              <a:rPr lang="ar-EG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  <a:rtl val="true"/>
              </a:rPr>
              <a:t> الفيل</a:t>
            </a:r>
            <a:r>
              <a:rPr lang="en-US" sz="8499">
                <a:solidFill>
                  <a:srgbClr val="2B485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DAHBeycgUh8</dc:identifier>
  <dcterms:modified xsi:type="dcterms:W3CDTF">2011-08-01T06:04:30Z</dcterms:modified>
  <cp:revision>1</cp:revision>
  <dc:title>n-Deklination</dc:title>
</cp:coreProperties>
</file>